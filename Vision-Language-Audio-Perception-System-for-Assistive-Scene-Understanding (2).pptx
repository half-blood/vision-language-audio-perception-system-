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3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F5C29F-8665-4949-AE2E-2E0A1BE5E33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6A2D656-FE70-48B2-BED4-0F2648AEFA0E}">
      <dgm:prSet/>
      <dgm:spPr/>
      <dgm:t>
        <a:bodyPr/>
        <a:lstStyle/>
        <a:p>
          <a:r>
            <a:rPr lang="en-US"/>
            <a:t>Object Detection – YOLOv8</a:t>
          </a:r>
        </a:p>
      </dgm:t>
    </dgm:pt>
    <dgm:pt modelId="{1F4BDCE4-E5DE-4421-9DF3-62EC7C2351EB}" type="parTrans" cxnId="{4401242E-BF01-4ED0-BEAC-BC5F338694DD}">
      <dgm:prSet/>
      <dgm:spPr/>
      <dgm:t>
        <a:bodyPr/>
        <a:lstStyle/>
        <a:p>
          <a:endParaRPr lang="en-US"/>
        </a:p>
      </dgm:t>
    </dgm:pt>
    <dgm:pt modelId="{8B1DD6F3-BE77-48EB-B961-5749414D0D21}" type="sibTrans" cxnId="{4401242E-BF01-4ED0-BEAC-BC5F338694DD}">
      <dgm:prSet/>
      <dgm:spPr/>
      <dgm:t>
        <a:bodyPr/>
        <a:lstStyle/>
        <a:p>
          <a:endParaRPr lang="en-US"/>
        </a:p>
      </dgm:t>
    </dgm:pt>
    <dgm:pt modelId="{63BAECCB-F602-44D5-8CD9-C72F5B54E8A9}">
      <dgm:prSet/>
      <dgm:spPr/>
      <dgm:t>
        <a:bodyPr/>
        <a:lstStyle/>
        <a:p>
          <a:r>
            <a:rPr lang="en-US"/>
            <a:t>Scene Captioning – BLIP-2</a:t>
          </a:r>
        </a:p>
      </dgm:t>
    </dgm:pt>
    <dgm:pt modelId="{95E771B4-94BA-4273-AB6C-A21D219FCC89}" type="parTrans" cxnId="{B33B9D0C-2C7E-44EF-BA4C-CB7EDEF30D31}">
      <dgm:prSet/>
      <dgm:spPr/>
      <dgm:t>
        <a:bodyPr/>
        <a:lstStyle/>
        <a:p>
          <a:endParaRPr lang="en-US"/>
        </a:p>
      </dgm:t>
    </dgm:pt>
    <dgm:pt modelId="{BB3EE536-5547-41AE-A106-6CDB9138D4ED}" type="sibTrans" cxnId="{B33B9D0C-2C7E-44EF-BA4C-CB7EDEF30D31}">
      <dgm:prSet/>
      <dgm:spPr/>
      <dgm:t>
        <a:bodyPr/>
        <a:lstStyle/>
        <a:p>
          <a:endParaRPr lang="en-US"/>
        </a:p>
      </dgm:t>
    </dgm:pt>
    <dgm:pt modelId="{0B1F15C1-6018-4CEC-AF45-99A39B428D14}">
      <dgm:prSet/>
      <dgm:spPr/>
      <dgm:t>
        <a:bodyPr/>
        <a:lstStyle/>
        <a:p>
          <a:r>
            <a:rPr lang="en-US"/>
            <a:t>Text Recognition – TrOCR</a:t>
          </a:r>
        </a:p>
      </dgm:t>
    </dgm:pt>
    <dgm:pt modelId="{E4359D82-8002-4C13-A276-16ED47CDF69F}" type="parTrans" cxnId="{C768F6AE-DC1E-4D1F-BCB0-B9AD58A5DF63}">
      <dgm:prSet/>
      <dgm:spPr/>
      <dgm:t>
        <a:bodyPr/>
        <a:lstStyle/>
        <a:p>
          <a:endParaRPr lang="en-US"/>
        </a:p>
      </dgm:t>
    </dgm:pt>
    <dgm:pt modelId="{4D0F51DB-4462-44FC-BFC2-07A5D4B2C277}" type="sibTrans" cxnId="{C768F6AE-DC1E-4D1F-BCB0-B9AD58A5DF63}">
      <dgm:prSet/>
      <dgm:spPr/>
      <dgm:t>
        <a:bodyPr/>
        <a:lstStyle/>
        <a:p>
          <a:endParaRPr lang="en-US"/>
        </a:p>
      </dgm:t>
    </dgm:pt>
    <dgm:pt modelId="{1750620B-228B-4E78-800E-519367A1B040}">
      <dgm:prSet/>
      <dgm:spPr/>
      <dgm:t>
        <a:bodyPr/>
        <a:lstStyle/>
        <a:p>
          <a:r>
            <a:rPr lang="en-US"/>
            <a:t>Information Fusion Layer</a:t>
          </a:r>
        </a:p>
      </dgm:t>
    </dgm:pt>
    <dgm:pt modelId="{27A2DA7D-BD7C-432C-8616-5DE902222039}" type="parTrans" cxnId="{11F3E2F2-8FD7-4100-8883-A758B3A69DAF}">
      <dgm:prSet/>
      <dgm:spPr/>
      <dgm:t>
        <a:bodyPr/>
        <a:lstStyle/>
        <a:p>
          <a:endParaRPr lang="en-US"/>
        </a:p>
      </dgm:t>
    </dgm:pt>
    <dgm:pt modelId="{64400FC5-0390-4014-B582-36DE1B24D392}" type="sibTrans" cxnId="{11F3E2F2-8FD7-4100-8883-A758B3A69DAF}">
      <dgm:prSet/>
      <dgm:spPr/>
      <dgm:t>
        <a:bodyPr/>
        <a:lstStyle/>
        <a:p>
          <a:endParaRPr lang="en-US"/>
        </a:p>
      </dgm:t>
    </dgm:pt>
    <dgm:pt modelId="{D572DD10-3966-4245-89F8-F642778EBB97}">
      <dgm:prSet/>
      <dgm:spPr/>
      <dgm:t>
        <a:bodyPr/>
        <a:lstStyle/>
        <a:p>
          <a:r>
            <a:rPr lang="en-US"/>
            <a:t>Text-to-Speech Audio Output</a:t>
          </a:r>
        </a:p>
      </dgm:t>
    </dgm:pt>
    <dgm:pt modelId="{9D220CDB-6F59-4B76-8707-D91DED449027}" type="parTrans" cxnId="{DBF64EC5-369E-4ED4-91F7-2366CC7543D2}">
      <dgm:prSet/>
      <dgm:spPr/>
      <dgm:t>
        <a:bodyPr/>
        <a:lstStyle/>
        <a:p>
          <a:endParaRPr lang="en-US"/>
        </a:p>
      </dgm:t>
    </dgm:pt>
    <dgm:pt modelId="{6B4B656A-9E4B-48A5-8836-DD6C324FC563}" type="sibTrans" cxnId="{DBF64EC5-369E-4ED4-91F7-2366CC7543D2}">
      <dgm:prSet/>
      <dgm:spPr/>
      <dgm:t>
        <a:bodyPr/>
        <a:lstStyle/>
        <a:p>
          <a:endParaRPr lang="en-US"/>
        </a:p>
      </dgm:t>
    </dgm:pt>
    <dgm:pt modelId="{ED60F92C-EB8C-4979-83AE-88E621B25EF2}">
      <dgm:prSet/>
      <dgm:spPr/>
      <dgm:t>
        <a:bodyPr/>
        <a:lstStyle/>
        <a:p>
          <a:r>
            <a:rPr lang="en-US"/>
            <a:t>All modules operate sequentially to generate assistive feedback.</a:t>
          </a:r>
        </a:p>
      </dgm:t>
    </dgm:pt>
    <dgm:pt modelId="{5593DD5B-CD8A-462A-80F4-3010018C7433}" type="parTrans" cxnId="{75B58674-C364-4BFB-9FA3-2E03173F5A35}">
      <dgm:prSet/>
      <dgm:spPr/>
      <dgm:t>
        <a:bodyPr/>
        <a:lstStyle/>
        <a:p>
          <a:endParaRPr lang="en-US"/>
        </a:p>
      </dgm:t>
    </dgm:pt>
    <dgm:pt modelId="{2C8934BE-15E9-4229-994D-CF536BF069D6}" type="sibTrans" cxnId="{75B58674-C364-4BFB-9FA3-2E03173F5A35}">
      <dgm:prSet/>
      <dgm:spPr/>
      <dgm:t>
        <a:bodyPr/>
        <a:lstStyle/>
        <a:p>
          <a:endParaRPr lang="en-US"/>
        </a:p>
      </dgm:t>
    </dgm:pt>
    <dgm:pt modelId="{C438273B-1451-41FB-8BBE-1F2A2DC8DA40}" type="pres">
      <dgm:prSet presAssocID="{01F5C29F-8665-4949-AE2E-2E0A1BE5E331}" presName="vert0" presStyleCnt="0">
        <dgm:presLayoutVars>
          <dgm:dir/>
          <dgm:animOne val="branch"/>
          <dgm:animLvl val="lvl"/>
        </dgm:presLayoutVars>
      </dgm:prSet>
      <dgm:spPr/>
    </dgm:pt>
    <dgm:pt modelId="{41C6AD77-51C5-4BA1-BC08-55BA73917E40}" type="pres">
      <dgm:prSet presAssocID="{56A2D656-FE70-48B2-BED4-0F2648AEFA0E}" presName="thickLine" presStyleLbl="alignNode1" presStyleIdx="0" presStyleCnt="6"/>
      <dgm:spPr/>
    </dgm:pt>
    <dgm:pt modelId="{452ED032-82C9-45AD-8D40-F97D10CAA7BE}" type="pres">
      <dgm:prSet presAssocID="{56A2D656-FE70-48B2-BED4-0F2648AEFA0E}" presName="horz1" presStyleCnt="0"/>
      <dgm:spPr/>
    </dgm:pt>
    <dgm:pt modelId="{CAAAEBB1-2997-4DF4-873D-6BB895C17C96}" type="pres">
      <dgm:prSet presAssocID="{56A2D656-FE70-48B2-BED4-0F2648AEFA0E}" presName="tx1" presStyleLbl="revTx" presStyleIdx="0" presStyleCnt="6"/>
      <dgm:spPr/>
    </dgm:pt>
    <dgm:pt modelId="{05AD0F36-E321-41F0-B234-0BF9291CDC0B}" type="pres">
      <dgm:prSet presAssocID="{56A2D656-FE70-48B2-BED4-0F2648AEFA0E}" presName="vert1" presStyleCnt="0"/>
      <dgm:spPr/>
    </dgm:pt>
    <dgm:pt modelId="{37075824-4661-40E5-9DE9-099AA0ACF6E5}" type="pres">
      <dgm:prSet presAssocID="{63BAECCB-F602-44D5-8CD9-C72F5B54E8A9}" presName="thickLine" presStyleLbl="alignNode1" presStyleIdx="1" presStyleCnt="6"/>
      <dgm:spPr/>
    </dgm:pt>
    <dgm:pt modelId="{4D52498A-C5B7-402C-B43F-7B6DF36FCADC}" type="pres">
      <dgm:prSet presAssocID="{63BAECCB-F602-44D5-8CD9-C72F5B54E8A9}" presName="horz1" presStyleCnt="0"/>
      <dgm:spPr/>
    </dgm:pt>
    <dgm:pt modelId="{F6861657-0E84-49D3-8F04-CE330AAF432C}" type="pres">
      <dgm:prSet presAssocID="{63BAECCB-F602-44D5-8CD9-C72F5B54E8A9}" presName="tx1" presStyleLbl="revTx" presStyleIdx="1" presStyleCnt="6"/>
      <dgm:spPr/>
    </dgm:pt>
    <dgm:pt modelId="{6A35EE51-B6AD-4F30-8BF9-1C446C1AA4F1}" type="pres">
      <dgm:prSet presAssocID="{63BAECCB-F602-44D5-8CD9-C72F5B54E8A9}" presName="vert1" presStyleCnt="0"/>
      <dgm:spPr/>
    </dgm:pt>
    <dgm:pt modelId="{09D39B5E-6518-4637-873D-8277F02A062A}" type="pres">
      <dgm:prSet presAssocID="{0B1F15C1-6018-4CEC-AF45-99A39B428D14}" presName="thickLine" presStyleLbl="alignNode1" presStyleIdx="2" presStyleCnt="6"/>
      <dgm:spPr/>
    </dgm:pt>
    <dgm:pt modelId="{E7259B3C-9B88-4486-92D3-A2D8450B9D33}" type="pres">
      <dgm:prSet presAssocID="{0B1F15C1-6018-4CEC-AF45-99A39B428D14}" presName="horz1" presStyleCnt="0"/>
      <dgm:spPr/>
    </dgm:pt>
    <dgm:pt modelId="{FCBF492B-9CE2-4FEE-B878-C4C2ECE01744}" type="pres">
      <dgm:prSet presAssocID="{0B1F15C1-6018-4CEC-AF45-99A39B428D14}" presName="tx1" presStyleLbl="revTx" presStyleIdx="2" presStyleCnt="6"/>
      <dgm:spPr/>
    </dgm:pt>
    <dgm:pt modelId="{F08452F0-80A2-402D-9F2F-2279A1887E2A}" type="pres">
      <dgm:prSet presAssocID="{0B1F15C1-6018-4CEC-AF45-99A39B428D14}" presName="vert1" presStyleCnt="0"/>
      <dgm:spPr/>
    </dgm:pt>
    <dgm:pt modelId="{7FD4FEA9-8E69-41C0-A256-B792DDF3236D}" type="pres">
      <dgm:prSet presAssocID="{1750620B-228B-4E78-800E-519367A1B040}" presName="thickLine" presStyleLbl="alignNode1" presStyleIdx="3" presStyleCnt="6"/>
      <dgm:spPr/>
    </dgm:pt>
    <dgm:pt modelId="{C2FF3071-4C7D-42EC-8524-A892FD7EC220}" type="pres">
      <dgm:prSet presAssocID="{1750620B-228B-4E78-800E-519367A1B040}" presName="horz1" presStyleCnt="0"/>
      <dgm:spPr/>
    </dgm:pt>
    <dgm:pt modelId="{8854B681-8DAA-4636-B2DB-E16D22263CFC}" type="pres">
      <dgm:prSet presAssocID="{1750620B-228B-4E78-800E-519367A1B040}" presName="tx1" presStyleLbl="revTx" presStyleIdx="3" presStyleCnt="6"/>
      <dgm:spPr/>
    </dgm:pt>
    <dgm:pt modelId="{9CCDC089-5CA3-4E9F-91C9-2F42E5B2893F}" type="pres">
      <dgm:prSet presAssocID="{1750620B-228B-4E78-800E-519367A1B040}" presName="vert1" presStyleCnt="0"/>
      <dgm:spPr/>
    </dgm:pt>
    <dgm:pt modelId="{66BF2729-8958-4CDC-AD54-D703F7F85071}" type="pres">
      <dgm:prSet presAssocID="{D572DD10-3966-4245-89F8-F642778EBB97}" presName="thickLine" presStyleLbl="alignNode1" presStyleIdx="4" presStyleCnt="6"/>
      <dgm:spPr/>
    </dgm:pt>
    <dgm:pt modelId="{6167D410-B74A-46DA-A200-2AD7A30C398C}" type="pres">
      <dgm:prSet presAssocID="{D572DD10-3966-4245-89F8-F642778EBB97}" presName="horz1" presStyleCnt="0"/>
      <dgm:spPr/>
    </dgm:pt>
    <dgm:pt modelId="{40F2E8F9-B1C0-4391-AA5A-5184E5DF53A3}" type="pres">
      <dgm:prSet presAssocID="{D572DD10-3966-4245-89F8-F642778EBB97}" presName="tx1" presStyleLbl="revTx" presStyleIdx="4" presStyleCnt="6"/>
      <dgm:spPr/>
    </dgm:pt>
    <dgm:pt modelId="{C7349654-59E2-445C-8AE0-A38775BB25C6}" type="pres">
      <dgm:prSet presAssocID="{D572DD10-3966-4245-89F8-F642778EBB97}" presName="vert1" presStyleCnt="0"/>
      <dgm:spPr/>
    </dgm:pt>
    <dgm:pt modelId="{8B3197A8-1B9B-45BA-8204-216EC884D7B3}" type="pres">
      <dgm:prSet presAssocID="{ED60F92C-EB8C-4979-83AE-88E621B25EF2}" presName="thickLine" presStyleLbl="alignNode1" presStyleIdx="5" presStyleCnt="6"/>
      <dgm:spPr/>
    </dgm:pt>
    <dgm:pt modelId="{0F01D7EF-9E2C-4F6A-B9D1-F83F2AFE5900}" type="pres">
      <dgm:prSet presAssocID="{ED60F92C-EB8C-4979-83AE-88E621B25EF2}" presName="horz1" presStyleCnt="0"/>
      <dgm:spPr/>
    </dgm:pt>
    <dgm:pt modelId="{E4400982-58CA-44B7-8812-F58076FFE874}" type="pres">
      <dgm:prSet presAssocID="{ED60F92C-EB8C-4979-83AE-88E621B25EF2}" presName="tx1" presStyleLbl="revTx" presStyleIdx="5" presStyleCnt="6"/>
      <dgm:spPr/>
    </dgm:pt>
    <dgm:pt modelId="{0A45BEFA-AD23-43DA-840F-8E46B0D86F8B}" type="pres">
      <dgm:prSet presAssocID="{ED60F92C-EB8C-4979-83AE-88E621B25EF2}" presName="vert1" presStyleCnt="0"/>
      <dgm:spPr/>
    </dgm:pt>
  </dgm:ptLst>
  <dgm:cxnLst>
    <dgm:cxn modelId="{CDBCA706-441A-47BC-8DF7-3D5DAB1DAF3B}" type="presOf" srcId="{01F5C29F-8665-4949-AE2E-2E0A1BE5E331}" destId="{C438273B-1451-41FB-8BBE-1F2A2DC8DA40}" srcOrd="0" destOrd="0" presId="urn:microsoft.com/office/officeart/2008/layout/LinedList"/>
    <dgm:cxn modelId="{B33B9D0C-2C7E-44EF-BA4C-CB7EDEF30D31}" srcId="{01F5C29F-8665-4949-AE2E-2E0A1BE5E331}" destId="{63BAECCB-F602-44D5-8CD9-C72F5B54E8A9}" srcOrd="1" destOrd="0" parTransId="{95E771B4-94BA-4273-AB6C-A21D219FCC89}" sibTransId="{BB3EE536-5547-41AE-A106-6CDB9138D4ED}"/>
    <dgm:cxn modelId="{48942014-D79F-46BB-BD2A-BB00E160EE9A}" type="presOf" srcId="{ED60F92C-EB8C-4979-83AE-88E621B25EF2}" destId="{E4400982-58CA-44B7-8812-F58076FFE874}" srcOrd="0" destOrd="0" presId="urn:microsoft.com/office/officeart/2008/layout/LinedList"/>
    <dgm:cxn modelId="{4401242E-BF01-4ED0-BEAC-BC5F338694DD}" srcId="{01F5C29F-8665-4949-AE2E-2E0A1BE5E331}" destId="{56A2D656-FE70-48B2-BED4-0F2648AEFA0E}" srcOrd="0" destOrd="0" parTransId="{1F4BDCE4-E5DE-4421-9DF3-62EC7C2351EB}" sibTransId="{8B1DD6F3-BE77-48EB-B961-5749414D0D21}"/>
    <dgm:cxn modelId="{75B58674-C364-4BFB-9FA3-2E03173F5A35}" srcId="{01F5C29F-8665-4949-AE2E-2E0A1BE5E331}" destId="{ED60F92C-EB8C-4979-83AE-88E621B25EF2}" srcOrd="5" destOrd="0" parTransId="{5593DD5B-CD8A-462A-80F4-3010018C7433}" sibTransId="{2C8934BE-15E9-4229-994D-CF536BF069D6}"/>
    <dgm:cxn modelId="{16F61E55-EAB6-4A53-B6DF-97C641085951}" type="presOf" srcId="{56A2D656-FE70-48B2-BED4-0F2648AEFA0E}" destId="{CAAAEBB1-2997-4DF4-873D-6BB895C17C96}" srcOrd="0" destOrd="0" presId="urn:microsoft.com/office/officeart/2008/layout/LinedList"/>
    <dgm:cxn modelId="{C5C67586-78D8-4545-81AC-63A7D38DB358}" type="presOf" srcId="{1750620B-228B-4E78-800E-519367A1B040}" destId="{8854B681-8DAA-4636-B2DB-E16D22263CFC}" srcOrd="0" destOrd="0" presId="urn:microsoft.com/office/officeart/2008/layout/LinedList"/>
    <dgm:cxn modelId="{A979398F-EA47-440B-A7A3-2A16C28C0A9E}" type="presOf" srcId="{63BAECCB-F602-44D5-8CD9-C72F5B54E8A9}" destId="{F6861657-0E84-49D3-8F04-CE330AAF432C}" srcOrd="0" destOrd="0" presId="urn:microsoft.com/office/officeart/2008/layout/LinedList"/>
    <dgm:cxn modelId="{F18A5FA8-8631-4FE3-BC7D-1D1C42F3F8A3}" type="presOf" srcId="{D572DD10-3966-4245-89F8-F642778EBB97}" destId="{40F2E8F9-B1C0-4391-AA5A-5184E5DF53A3}" srcOrd="0" destOrd="0" presId="urn:microsoft.com/office/officeart/2008/layout/LinedList"/>
    <dgm:cxn modelId="{C768F6AE-DC1E-4D1F-BCB0-B9AD58A5DF63}" srcId="{01F5C29F-8665-4949-AE2E-2E0A1BE5E331}" destId="{0B1F15C1-6018-4CEC-AF45-99A39B428D14}" srcOrd="2" destOrd="0" parTransId="{E4359D82-8002-4C13-A276-16ED47CDF69F}" sibTransId="{4D0F51DB-4462-44FC-BFC2-07A5D4B2C277}"/>
    <dgm:cxn modelId="{DBF64EC5-369E-4ED4-91F7-2366CC7543D2}" srcId="{01F5C29F-8665-4949-AE2E-2E0A1BE5E331}" destId="{D572DD10-3966-4245-89F8-F642778EBB97}" srcOrd="4" destOrd="0" parTransId="{9D220CDB-6F59-4B76-8707-D91DED449027}" sibTransId="{6B4B656A-9E4B-48A5-8836-DD6C324FC563}"/>
    <dgm:cxn modelId="{29B1F4E7-6211-4CAE-BC6F-A73EE6CD7241}" type="presOf" srcId="{0B1F15C1-6018-4CEC-AF45-99A39B428D14}" destId="{FCBF492B-9CE2-4FEE-B878-C4C2ECE01744}" srcOrd="0" destOrd="0" presId="urn:microsoft.com/office/officeart/2008/layout/LinedList"/>
    <dgm:cxn modelId="{11F3E2F2-8FD7-4100-8883-A758B3A69DAF}" srcId="{01F5C29F-8665-4949-AE2E-2E0A1BE5E331}" destId="{1750620B-228B-4E78-800E-519367A1B040}" srcOrd="3" destOrd="0" parTransId="{27A2DA7D-BD7C-432C-8616-5DE902222039}" sibTransId="{64400FC5-0390-4014-B582-36DE1B24D392}"/>
    <dgm:cxn modelId="{991FB96F-5F55-41E4-AA2A-8266A008137E}" type="presParOf" srcId="{C438273B-1451-41FB-8BBE-1F2A2DC8DA40}" destId="{41C6AD77-51C5-4BA1-BC08-55BA73917E40}" srcOrd="0" destOrd="0" presId="urn:microsoft.com/office/officeart/2008/layout/LinedList"/>
    <dgm:cxn modelId="{1D7BDB73-D827-4465-A81B-9E82244A715D}" type="presParOf" srcId="{C438273B-1451-41FB-8BBE-1F2A2DC8DA40}" destId="{452ED032-82C9-45AD-8D40-F97D10CAA7BE}" srcOrd="1" destOrd="0" presId="urn:microsoft.com/office/officeart/2008/layout/LinedList"/>
    <dgm:cxn modelId="{83EA2A5E-4DCB-4919-9477-DC4A839B8D93}" type="presParOf" srcId="{452ED032-82C9-45AD-8D40-F97D10CAA7BE}" destId="{CAAAEBB1-2997-4DF4-873D-6BB895C17C96}" srcOrd="0" destOrd="0" presId="urn:microsoft.com/office/officeart/2008/layout/LinedList"/>
    <dgm:cxn modelId="{7FA92CFB-BBF1-4A64-9B9F-EB1B5413DB91}" type="presParOf" srcId="{452ED032-82C9-45AD-8D40-F97D10CAA7BE}" destId="{05AD0F36-E321-41F0-B234-0BF9291CDC0B}" srcOrd="1" destOrd="0" presId="urn:microsoft.com/office/officeart/2008/layout/LinedList"/>
    <dgm:cxn modelId="{88DC003C-F1EB-46F1-B4BE-CF45F75BD502}" type="presParOf" srcId="{C438273B-1451-41FB-8BBE-1F2A2DC8DA40}" destId="{37075824-4661-40E5-9DE9-099AA0ACF6E5}" srcOrd="2" destOrd="0" presId="urn:microsoft.com/office/officeart/2008/layout/LinedList"/>
    <dgm:cxn modelId="{F0192281-F7EE-4631-81FD-5DF61FF35428}" type="presParOf" srcId="{C438273B-1451-41FB-8BBE-1F2A2DC8DA40}" destId="{4D52498A-C5B7-402C-B43F-7B6DF36FCADC}" srcOrd="3" destOrd="0" presId="urn:microsoft.com/office/officeart/2008/layout/LinedList"/>
    <dgm:cxn modelId="{791DC5B1-090C-4710-AC64-3E5147670F35}" type="presParOf" srcId="{4D52498A-C5B7-402C-B43F-7B6DF36FCADC}" destId="{F6861657-0E84-49D3-8F04-CE330AAF432C}" srcOrd="0" destOrd="0" presId="urn:microsoft.com/office/officeart/2008/layout/LinedList"/>
    <dgm:cxn modelId="{D5818F3F-2F22-48C8-A928-5CF6BD7F0876}" type="presParOf" srcId="{4D52498A-C5B7-402C-B43F-7B6DF36FCADC}" destId="{6A35EE51-B6AD-4F30-8BF9-1C446C1AA4F1}" srcOrd="1" destOrd="0" presId="urn:microsoft.com/office/officeart/2008/layout/LinedList"/>
    <dgm:cxn modelId="{D2360D4E-603A-4857-9C71-7222E1EEDD8C}" type="presParOf" srcId="{C438273B-1451-41FB-8BBE-1F2A2DC8DA40}" destId="{09D39B5E-6518-4637-873D-8277F02A062A}" srcOrd="4" destOrd="0" presId="urn:microsoft.com/office/officeart/2008/layout/LinedList"/>
    <dgm:cxn modelId="{02CD25B2-57E3-44E6-85A4-F706A318B8EE}" type="presParOf" srcId="{C438273B-1451-41FB-8BBE-1F2A2DC8DA40}" destId="{E7259B3C-9B88-4486-92D3-A2D8450B9D33}" srcOrd="5" destOrd="0" presId="urn:microsoft.com/office/officeart/2008/layout/LinedList"/>
    <dgm:cxn modelId="{711C288A-BF0D-48F5-9D23-A4101CA07CAA}" type="presParOf" srcId="{E7259B3C-9B88-4486-92D3-A2D8450B9D33}" destId="{FCBF492B-9CE2-4FEE-B878-C4C2ECE01744}" srcOrd="0" destOrd="0" presId="urn:microsoft.com/office/officeart/2008/layout/LinedList"/>
    <dgm:cxn modelId="{1DD4F4D1-F001-4A80-8907-4CDD10CC0B64}" type="presParOf" srcId="{E7259B3C-9B88-4486-92D3-A2D8450B9D33}" destId="{F08452F0-80A2-402D-9F2F-2279A1887E2A}" srcOrd="1" destOrd="0" presId="urn:microsoft.com/office/officeart/2008/layout/LinedList"/>
    <dgm:cxn modelId="{0A4279F9-4B5D-4EC7-BA6A-26F974409CFC}" type="presParOf" srcId="{C438273B-1451-41FB-8BBE-1F2A2DC8DA40}" destId="{7FD4FEA9-8E69-41C0-A256-B792DDF3236D}" srcOrd="6" destOrd="0" presId="urn:microsoft.com/office/officeart/2008/layout/LinedList"/>
    <dgm:cxn modelId="{30F073B7-C840-4DA3-9E87-7B9E0D70B523}" type="presParOf" srcId="{C438273B-1451-41FB-8BBE-1F2A2DC8DA40}" destId="{C2FF3071-4C7D-42EC-8524-A892FD7EC220}" srcOrd="7" destOrd="0" presId="urn:microsoft.com/office/officeart/2008/layout/LinedList"/>
    <dgm:cxn modelId="{890910D0-D321-4E2E-B4FB-F0BC7739D064}" type="presParOf" srcId="{C2FF3071-4C7D-42EC-8524-A892FD7EC220}" destId="{8854B681-8DAA-4636-B2DB-E16D22263CFC}" srcOrd="0" destOrd="0" presId="urn:microsoft.com/office/officeart/2008/layout/LinedList"/>
    <dgm:cxn modelId="{2C9DAADB-028C-4573-99F8-A5AA33ECDD33}" type="presParOf" srcId="{C2FF3071-4C7D-42EC-8524-A892FD7EC220}" destId="{9CCDC089-5CA3-4E9F-91C9-2F42E5B2893F}" srcOrd="1" destOrd="0" presId="urn:microsoft.com/office/officeart/2008/layout/LinedList"/>
    <dgm:cxn modelId="{E5C9B08B-9300-457A-B631-8FE4D9B47940}" type="presParOf" srcId="{C438273B-1451-41FB-8BBE-1F2A2DC8DA40}" destId="{66BF2729-8958-4CDC-AD54-D703F7F85071}" srcOrd="8" destOrd="0" presId="urn:microsoft.com/office/officeart/2008/layout/LinedList"/>
    <dgm:cxn modelId="{B0F3742D-0032-4489-A5D1-824110B694D5}" type="presParOf" srcId="{C438273B-1451-41FB-8BBE-1F2A2DC8DA40}" destId="{6167D410-B74A-46DA-A200-2AD7A30C398C}" srcOrd="9" destOrd="0" presId="urn:microsoft.com/office/officeart/2008/layout/LinedList"/>
    <dgm:cxn modelId="{EEA83627-C232-4D9B-886E-D9AE0C1E9FD6}" type="presParOf" srcId="{6167D410-B74A-46DA-A200-2AD7A30C398C}" destId="{40F2E8F9-B1C0-4391-AA5A-5184E5DF53A3}" srcOrd="0" destOrd="0" presId="urn:microsoft.com/office/officeart/2008/layout/LinedList"/>
    <dgm:cxn modelId="{CE8E1C7C-564F-4AC1-9509-DA051446DBA3}" type="presParOf" srcId="{6167D410-B74A-46DA-A200-2AD7A30C398C}" destId="{C7349654-59E2-445C-8AE0-A38775BB25C6}" srcOrd="1" destOrd="0" presId="urn:microsoft.com/office/officeart/2008/layout/LinedList"/>
    <dgm:cxn modelId="{960BE35B-DD15-4522-BC07-166BF2FC1595}" type="presParOf" srcId="{C438273B-1451-41FB-8BBE-1F2A2DC8DA40}" destId="{8B3197A8-1B9B-45BA-8204-216EC884D7B3}" srcOrd="10" destOrd="0" presId="urn:microsoft.com/office/officeart/2008/layout/LinedList"/>
    <dgm:cxn modelId="{F2F448B6-3FC3-4F2D-A0C9-A5128AE232CC}" type="presParOf" srcId="{C438273B-1451-41FB-8BBE-1F2A2DC8DA40}" destId="{0F01D7EF-9E2C-4F6A-B9D1-F83F2AFE5900}" srcOrd="11" destOrd="0" presId="urn:microsoft.com/office/officeart/2008/layout/LinedList"/>
    <dgm:cxn modelId="{361555E8-EF8D-4374-A71B-8B0EAEFF3CCE}" type="presParOf" srcId="{0F01D7EF-9E2C-4F6A-B9D1-F83F2AFE5900}" destId="{E4400982-58CA-44B7-8812-F58076FFE874}" srcOrd="0" destOrd="0" presId="urn:microsoft.com/office/officeart/2008/layout/LinedList"/>
    <dgm:cxn modelId="{9F51A94A-B212-4318-BD87-7AC885ABF603}" type="presParOf" srcId="{0F01D7EF-9E2C-4F6A-B9D1-F83F2AFE5900}" destId="{0A45BEFA-AD23-43DA-840F-8E46B0D86F8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D2AAE0-9547-4A77-AA3C-9CB70B3D4C5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8A30AB-D46B-480F-840E-F0A3D0EEF6E6}">
      <dgm:prSet/>
      <dgm:spPr/>
      <dgm:t>
        <a:bodyPr/>
        <a:lstStyle/>
        <a:p>
          <a:r>
            <a:rPr lang="en-US"/>
            <a:t>COCO Dataset (Filtered)</a:t>
          </a:r>
        </a:p>
      </dgm:t>
    </dgm:pt>
    <dgm:pt modelId="{7311D44F-ADBB-4D26-9911-5B420A349373}" type="parTrans" cxnId="{A0F1496E-4B22-4761-B962-8F76FC4382B1}">
      <dgm:prSet/>
      <dgm:spPr/>
      <dgm:t>
        <a:bodyPr/>
        <a:lstStyle/>
        <a:p>
          <a:endParaRPr lang="en-US"/>
        </a:p>
      </dgm:t>
    </dgm:pt>
    <dgm:pt modelId="{E8F608A6-8276-4FC8-A0FC-0A34D4F7460B}" type="sibTrans" cxnId="{A0F1496E-4B22-4761-B962-8F76FC4382B1}">
      <dgm:prSet/>
      <dgm:spPr/>
      <dgm:t>
        <a:bodyPr/>
        <a:lstStyle/>
        <a:p>
          <a:endParaRPr lang="en-US"/>
        </a:p>
      </dgm:t>
    </dgm:pt>
    <dgm:pt modelId="{B848BD9D-933B-4CBA-9F4D-E24DA6699EBC}">
      <dgm:prSet/>
      <dgm:spPr/>
      <dgm:t>
        <a:bodyPr/>
        <a:lstStyle/>
        <a:p>
          <a:r>
            <a:rPr lang="en-US" dirty="0"/>
            <a:t>27 assistive-relevant object classes</a:t>
          </a:r>
        </a:p>
      </dgm:t>
    </dgm:pt>
    <dgm:pt modelId="{2B6981F4-2744-41C7-AF5D-B21B8E2FDF85}" type="parTrans" cxnId="{180C1CE9-4845-4EE7-9E89-24BE4727E23E}">
      <dgm:prSet/>
      <dgm:spPr/>
      <dgm:t>
        <a:bodyPr/>
        <a:lstStyle/>
        <a:p>
          <a:endParaRPr lang="en-US"/>
        </a:p>
      </dgm:t>
    </dgm:pt>
    <dgm:pt modelId="{68C19DDB-96F2-4E0E-9C0F-4AB380FA5E17}" type="sibTrans" cxnId="{180C1CE9-4845-4EE7-9E89-24BE4727E23E}">
      <dgm:prSet/>
      <dgm:spPr/>
      <dgm:t>
        <a:bodyPr/>
        <a:lstStyle/>
        <a:p>
          <a:endParaRPr lang="en-US"/>
        </a:p>
      </dgm:t>
    </dgm:pt>
    <dgm:pt modelId="{9ECDB905-6677-4BA6-9AD3-39B8F001D252}">
      <dgm:prSet/>
      <dgm:spPr/>
      <dgm:t>
        <a:bodyPr/>
        <a:lstStyle/>
        <a:p>
          <a:r>
            <a:rPr lang="en-US"/>
            <a:t>Custom Road Sign Dataset</a:t>
          </a:r>
        </a:p>
      </dgm:t>
    </dgm:pt>
    <dgm:pt modelId="{D8C2AEB0-4377-481C-8517-761E450ED5D4}" type="parTrans" cxnId="{8EB73321-D50D-48FC-8F0F-76F28A2F46C3}">
      <dgm:prSet/>
      <dgm:spPr/>
      <dgm:t>
        <a:bodyPr/>
        <a:lstStyle/>
        <a:p>
          <a:endParaRPr lang="en-US"/>
        </a:p>
      </dgm:t>
    </dgm:pt>
    <dgm:pt modelId="{20DD1D60-2025-4F0B-9D32-24E99D8301D4}" type="sibTrans" cxnId="{8EB73321-D50D-48FC-8F0F-76F28A2F46C3}">
      <dgm:prSet/>
      <dgm:spPr/>
      <dgm:t>
        <a:bodyPr/>
        <a:lstStyle/>
        <a:p>
          <a:endParaRPr lang="en-US"/>
        </a:p>
      </dgm:t>
    </dgm:pt>
    <dgm:pt modelId="{604549C0-1BBD-4F1E-8877-29D2D7D94A4D}">
      <dgm:prSet/>
      <dgm:spPr/>
      <dgm:t>
        <a:bodyPr/>
        <a:lstStyle/>
        <a:p>
          <a:r>
            <a:rPr lang="en-US" dirty="0"/>
            <a:t>877 images</a:t>
          </a:r>
        </a:p>
      </dgm:t>
    </dgm:pt>
    <dgm:pt modelId="{D25C46FD-755E-44EF-96D0-94F941430FA0}" type="parTrans" cxnId="{7E41698F-A0A5-4078-8B36-B4D53A3E9EAE}">
      <dgm:prSet/>
      <dgm:spPr/>
      <dgm:t>
        <a:bodyPr/>
        <a:lstStyle/>
        <a:p>
          <a:endParaRPr lang="en-US"/>
        </a:p>
      </dgm:t>
    </dgm:pt>
    <dgm:pt modelId="{7E855D44-12CC-4E17-8F80-ACCDFF2CBFA7}" type="sibTrans" cxnId="{7E41698F-A0A5-4078-8B36-B4D53A3E9EAE}">
      <dgm:prSet/>
      <dgm:spPr/>
      <dgm:t>
        <a:bodyPr/>
        <a:lstStyle/>
        <a:p>
          <a:endParaRPr lang="en-US"/>
        </a:p>
      </dgm:t>
    </dgm:pt>
    <dgm:pt modelId="{7310FF93-818D-4E92-B80F-F3631F8E77F6}">
      <dgm:prSet/>
      <dgm:spPr/>
      <dgm:t>
        <a:bodyPr/>
        <a:lstStyle/>
        <a:p>
          <a:r>
            <a:rPr lang="en-US" dirty="0"/>
            <a:t>1,244 annotations</a:t>
          </a:r>
        </a:p>
      </dgm:t>
    </dgm:pt>
    <dgm:pt modelId="{9CA56658-FC08-4434-BA78-F39C961F256C}" type="parTrans" cxnId="{D08B96C5-61E0-43A6-8527-B5FD081B1D8D}">
      <dgm:prSet/>
      <dgm:spPr/>
      <dgm:t>
        <a:bodyPr/>
        <a:lstStyle/>
        <a:p>
          <a:endParaRPr lang="en-US"/>
        </a:p>
      </dgm:t>
    </dgm:pt>
    <dgm:pt modelId="{979C3CF5-2C55-43D6-BBD0-5604FA5FDFBC}" type="sibTrans" cxnId="{D08B96C5-61E0-43A6-8527-B5FD081B1D8D}">
      <dgm:prSet/>
      <dgm:spPr/>
      <dgm:t>
        <a:bodyPr/>
        <a:lstStyle/>
        <a:p>
          <a:endParaRPr lang="en-US"/>
        </a:p>
      </dgm:t>
    </dgm:pt>
    <dgm:pt modelId="{F504BB0C-4EB2-4F6B-8665-3D62C83D54DD}">
      <dgm:prSet/>
      <dgm:spPr/>
      <dgm:t>
        <a:bodyPr/>
        <a:lstStyle/>
        <a:p>
          <a:r>
            <a:rPr lang="en-US" dirty="0"/>
            <a:t>4 traffic-related classes</a:t>
          </a:r>
        </a:p>
      </dgm:t>
    </dgm:pt>
    <dgm:pt modelId="{2654C3AB-DF5A-4898-A65C-E7EF745CF290}" type="parTrans" cxnId="{56071BED-6CDA-49CA-962F-31EED712E334}">
      <dgm:prSet/>
      <dgm:spPr/>
      <dgm:t>
        <a:bodyPr/>
        <a:lstStyle/>
        <a:p>
          <a:endParaRPr lang="en-US"/>
        </a:p>
      </dgm:t>
    </dgm:pt>
    <dgm:pt modelId="{5EFA16E6-D1E5-4BFC-B296-2A1628BF519E}" type="sibTrans" cxnId="{56071BED-6CDA-49CA-962F-31EED712E334}">
      <dgm:prSet/>
      <dgm:spPr/>
      <dgm:t>
        <a:bodyPr/>
        <a:lstStyle/>
        <a:p>
          <a:endParaRPr lang="en-US"/>
        </a:p>
      </dgm:t>
    </dgm:pt>
    <dgm:pt modelId="{F86305F4-AEF6-40B6-9B5A-29FFF2CD04D9}">
      <dgm:prSet/>
      <dgm:spPr/>
      <dgm:t>
        <a:bodyPr/>
        <a:lstStyle/>
        <a:p>
          <a:r>
            <a:rPr lang="en-US" dirty="0"/>
            <a:t>Final Split:</a:t>
          </a:r>
        </a:p>
      </dgm:t>
    </dgm:pt>
    <dgm:pt modelId="{FDC92EF7-6BDD-421F-A3CD-E19F2835F97C}" type="parTrans" cxnId="{0DEF6551-3985-4384-A6C8-2033C4345773}">
      <dgm:prSet/>
      <dgm:spPr/>
      <dgm:t>
        <a:bodyPr/>
        <a:lstStyle/>
        <a:p>
          <a:endParaRPr lang="en-US"/>
        </a:p>
      </dgm:t>
    </dgm:pt>
    <dgm:pt modelId="{74FEA1BD-52B3-4BCA-B947-11FEF18795F2}" type="sibTrans" cxnId="{0DEF6551-3985-4384-A6C8-2033C4345773}">
      <dgm:prSet/>
      <dgm:spPr/>
      <dgm:t>
        <a:bodyPr/>
        <a:lstStyle/>
        <a:p>
          <a:endParaRPr lang="en-US"/>
        </a:p>
      </dgm:t>
    </dgm:pt>
    <dgm:pt modelId="{58CB34DD-F770-4195-9818-DC4CBEE4DA5D}">
      <dgm:prSet/>
      <dgm:spPr/>
      <dgm:t>
        <a:bodyPr/>
        <a:lstStyle/>
        <a:p>
          <a:r>
            <a:rPr lang="en-US" dirty="0"/>
            <a:t>Train: 10,613 images</a:t>
          </a:r>
        </a:p>
      </dgm:t>
    </dgm:pt>
    <dgm:pt modelId="{9FB02B8A-A36B-42CF-B258-468B0792F81B}" type="parTrans" cxnId="{9467102B-B5F9-4C45-B458-F9783BB1D03B}">
      <dgm:prSet/>
      <dgm:spPr/>
      <dgm:t>
        <a:bodyPr/>
        <a:lstStyle/>
        <a:p>
          <a:endParaRPr lang="en-US"/>
        </a:p>
      </dgm:t>
    </dgm:pt>
    <dgm:pt modelId="{E3A8192A-9988-48E1-808F-2C3D4AE36BDB}" type="sibTrans" cxnId="{9467102B-B5F9-4C45-B458-F9783BB1D03B}">
      <dgm:prSet/>
      <dgm:spPr/>
      <dgm:t>
        <a:bodyPr/>
        <a:lstStyle/>
        <a:p>
          <a:endParaRPr lang="en-US"/>
        </a:p>
      </dgm:t>
    </dgm:pt>
    <dgm:pt modelId="{FC434066-62AB-4F45-86BF-8A4CBD8A4FAA}">
      <dgm:prSet/>
      <dgm:spPr/>
      <dgm:t>
        <a:bodyPr/>
        <a:lstStyle/>
        <a:p>
          <a:r>
            <a:rPr lang="en-US" dirty="0"/>
            <a:t>Validation: 383 images (2,194 instances)</a:t>
          </a:r>
        </a:p>
      </dgm:t>
    </dgm:pt>
    <dgm:pt modelId="{836D992D-23A7-4CF0-BF48-F627847CED84}" type="parTrans" cxnId="{1E6C1A85-56C6-4C99-8FC9-EA3326774F19}">
      <dgm:prSet/>
      <dgm:spPr/>
      <dgm:t>
        <a:bodyPr/>
        <a:lstStyle/>
        <a:p>
          <a:endParaRPr lang="en-US"/>
        </a:p>
      </dgm:t>
    </dgm:pt>
    <dgm:pt modelId="{051696D7-9EF5-45B1-B4B8-8939CB1906CD}" type="sibTrans" cxnId="{1E6C1A85-56C6-4C99-8FC9-EA3326774F19}">
      <dgm:prSet/>
      <dgm:spPr/>
      <dgm:t>
        <a:bodyPr/>
        <a:lstStyle/>
        <a:p>
          <a:endParaRPr lang="en-US"/>
        </a:p>
      </dgm:t>
    </dgm:pt>
    <dgm:pt modelId="{595F7777-A661-46CA-AFC0-ABA41CD6081C}">
      <dgm:prSet/>
      <dgm:spPr/>
      <dgm:t>
        <a:bodyPr/>
        <a:lstStyle/>
        <a:p>
          <a:r>
            <a:rPr lang="en-US" dirty="0"/>
            <a:t>Test: 333 images</a:t>
          </a:r>
        </a:p>
      </dgm:t>
    </dgm:pt>
    <dgm:pt modelId="{47CD814C-8C67-4DAD-9298-DFD2D5E6FFBE}" type="parTrans" cxnId="{3126F6ED-5BFD-448E-B005-9146439ADEC5}">
      <dgm:prSet/>
      <dgm:spPr/>
      <dgm:t>
        <a:bodyPr/>
        <a:lstStyle/>
        <a:p>
          <a:endParaRPr lang="en-US"/>
        </a:p>
      </dgm:t>
    </dgm:pt>
    <dgm:pt modelId="{ACC961C8-A226-45C0-AC16-85FF5E50D968}" type="sibTrans" cxnId="{3126F6ED-5BFD-448E-B005-9146439ADEC5}">
      <dgm:prSet/>
      <dgm:spPr/>
      <dgm:t>
        <a:bodyPr/>
        <a:lstStyle/>
        <a:p>
          <a:endParaRPr lang="en-US"/>
        </a:p>
      </dgm:t>
    </dgm:pt>
    <dgm:pt modelId="{2EA5C7F3-230A-42EB-B7B1-026E6141CF33}" type="pres">
      <dgm:prSet presAssocID="{59D2AAE0-9547-4A77-AA3C-9CB70B3D4C51}" presName="vert0" presStyleCnt="0">
        <dgm:presLayoutVars>
          <dgm:dir/>
          <dgm:animOne val="branch"/>
          <dgm:animLvl val="lvl"/>
        </dgm:presLayoutVars>
      </dgm:prSet>
      <dgm:spPr/>
    </dgm:pt>
    <dgm:pt modelId="{9D5C443D-3AFF-4853-B1C5-2051188720C0}" type="pres">
      <dgm:prSet presAssocID="{D88A30AB-D46B-480F-840E-F0A3D0EEF6E6}" presName="thickLine" presStyleLbl="alignNode1" presStyleIdx="0" presStyleCnt="10"/>
      <dgm:spPr/>
    </dgm:pt>
    <dgm:pt modelId="{A98643ED-D76D-4C7E-9283-7D697CE9B55A}" type="pres">
      <dgm:prSet presAssocID="{D88A30AB-D46B-480F-840E-F0A3D0EEF6E6}" presName="horz1" presStyleCnt="0"/>
      <dgm:spPr/>
    </dgm:pt>
    <dgm:pt modelId="{956AD117-DCFF-482B-9147-39FA584C3058}" type="pres">
      <dgm:prSet presAssocID="{D88A30AB-D46B-480F-840E-F0A3D0EEF6E6}" presName="tx1" presStyleLbl="revTx" presStyleIdx="0" presStyleCnt="10"/>
      <dgm:spPr/>
    </dgm:pt>
    <dgm:pt modelId="{46731952-9C10-43B5-A0E9-FC7026EBD545}" type="pres">
      <dgm:prSet presAssocID="{D88A30AB-D46B-480F-840E-F0A3D0EEF6E6}" presName="vert1" presStyleCnt="0"/>
      <dgm:spPr/>
    </dgm:pt>
    <dgm:pt modelId="{C8D67BF5-CB0A-4F88-9F86-80295710D353}" type="pres">
      <dgm:prSet presAssocID="{B848BD9D-933B-4CBA-9F4D-E24DA6699EBC}" presName="thickLine" presStyleLbl="alignNode1" presStyleIdx="1" presStyleCnt="10"/>
      <dgm:spPr/>
    </dgm:pt>
    <dgm:pt modelId="{D91EA178-9F8F-4FE9-9E8C-B79F9D5BA573}" type="pres">
      <dgm:prSet presAssocID="{B848BD9D-933B-4CBA-9F4D-E24DA6699EBC}" presName="horz1" presStyleCnt="0"/>
      <dgm:spPr/>
    </dgm:pt>
    <dgm:pt modelId="{43AB5497-76FA-4DC7-8313-B4DD4B3E23B3}" type="pres">
      <dgm:prSet presAssocID="{B848BD9D-933B-4CBA-9F4D-E24DA6699EBC}" presName="tx1" presStyleLbl="revTx" presStyleIdx="1" presStyleCnt="10"/>
      <dgm:spPr/>
    </dgm:pt>
    <dgm:pt modelId="{D51B6F6D-0C25-4467-B153-EE493CB4A88E}" type="pres">
      <dgm:prSet presAssocID="{B848BD9D-933B-4CBA-9F4D-E24DA6699EBC}" presName="vert1" presStyleCnt="0"/>
      <dgm:spPr/>
    </dgm:pt>
    <dgm:pt modelId="{D31E77F3-23E8-4BA4-AE70-014D019719A8}" type="pres">
      <dgm:prSet presAssocID="{9ECDB905-6677-4BA6-9AD3-39B8F001D252}" presName="thickLine" presStyleLbl="alignNode1" presStyleIdx="2" presStyleCnt="10"/>
      <dgm:spPr/>
    </dgm:pt>
    <dgm:pt modelId="{58B8EDE4-77BB-4401-9B5E-10BCB8D58901}" type="pres">
      <dgm:prSet presAssocID="{9ECDB905-6677-4BA6-9AD3-39B8F001D252}" presName="horz1" presStyleCnt="0"/>
      <dgm:spPr/>
    </dgm:pt>
    <dgm:pt modelId="{430B8681-3CE1-415B-B340-4EDE2B88854A}" type="pres">
      <dgm:prSet presAssocID="{9ECDB905-6677-4BA6-9AD3-39B8F001D252}" presName="tx1" presStyleLbl="revTx" presStyleIdx="2" presStyleCnt="10"/>
      <dgm:spPr/>
    </dgm:pt>
    <dgm:pt modelId="{9D068D0A-59A3-40FD-9010-2F00565B09C1}" type="pres">
      <dgm:prSet presAssocID="{9ECDB905-6677-4BA6-9AD3-39B8F001D252}" presName="vert1" presStyleCnt="0"/>
      <dgm:spPr/>
    </dgm:pt>
    <dgm:pt modelId="{9AA42F40-F5DB-4EDC-9530-862A440E6C01}" type="pres">
      <dgm:prSet presAssocID="{604549C0-1BBD-4F1E-8877-29D2D7D94A4D}" presName="thickLine" presStyleLbl="alignNode1" presStyleIdx="3" presStyleCnt="10"/>
      <dgm:spPr/>
    </dgm:pt>
    <dgm:pt modelId="{08B68CC3-2683-4025-A432-94A59AAA48CE}" type="pres">
      <dgm:prSet presAssocID="{604549C0-1BBD-4F1E-8877-29D2D7D94A4D}" presName="horz1" presStyleCnt="0"/>
      <dgm:spPr/>
    </dgm:pt>
    <dgm:pt modelId="{44A1CEE5-BBC2-46E2-BDE1-3052985F01E9}" type="pres">
      <dgm:prSet presAssocID="{604549C0-1BBD-4F1E-8877-29D2D7D94A4D}" presName="tx1" presStyleLbl="revTx" presStyleIdx="3" presStyleCnt="10"/>
      <dgm:spPr/>
    </dgm:pt>
    <dgm:pt modelId="{A4C1E829-66CF-419C-AF6F-F2CB4C20B9B3}" type="pres">
      <dgm:prSet presAssocID="{604549C0-1BBD-4F1E-8877-29D2D7D94A4D}" presName="vert1" presStyleCnt="0"/>
      <dgm:spPr/>
    </dgm:pt>
    <dgm:pt modelId="{A902D98E-C5F3-461A-BF8E-97856E932E0D}" type="pres">
      <dgm:prSet presAssocID="{7310FF93-818D-4E92-B80F-F3631F8E77F6}" presName="thickLine" presStyleLbl="alignNode1" presStyleIdx="4" presStyleCnt="10"/>
      <dgm:spPr/>
    </dgm:pt>
    <dgm:pt modelId="{01453241-FF12-42D6-92F2-9539433A53CF}" type="pres">
      <dgm:prSet presAssocID="{7310FF93-818D-4E92-B80F-F3631F8E77F6}" presName="horz1" presStyleCnt="0"/>
      <dgm:spPr/>
    </dgm:pt>
    <dgm:pt modelId="{E97C51ED-7835-4215-9CB5-03CE13AE63F8}" type="pres">
      <dgm:prSet presAssocID="{7310FF93-818D-4E92-B80F-F3631F8E77F6}" presName="tx1" presStyleLbl="revTx" presStyleIdx="4" presStyleCnt="10"/>
      <dgm:spPr/>
    </dgm:pt>
    <dgm:pt modelId="{33B9C7C6-CC03-4876-AEAE-7E12EE88E734}" type="pres">
      <dgm:prSet presAssocID="{7310FF93-818D-4E92-B80F-F3631F8E77F6}" presName="vert1" presStyleCnt="0"/>
      <dgm:spPr/>
    </dgm:pt>
    <dgm:pt modelId="{F7711A6F-D0BE-407A-BE4B-E975EEA636A2}" type="pres">
      <dgm:prSet presAssocID="{F504BB0C-4EB2-4F6B-8665-3D62C83D54DD}" presName="thickLine" presStyleLbl="alignNode1" presStyleIdx="5" presStyleCnt="10"/>
      <dgm:spPr/>
    </dgm:pt>
    <dgm:pt modelId="{474EC3A6-4C08-49AB-90F2-BC4C11753979}" type="pres">
      <dgm:prSet presAssocID="{F504BB0C-4EB2-4F6B-8665-3D62C83D54DD}" presName="horz1" presStyleCnt="0"/>
      <dgm:spPr/>
    </dgm:pt>
    <dgm:pt modelId="{1CB27D31-E1E4-47AD-89E0-4AFFF02E29C9}" type="pres">
      <dgm:prSet presAssocID="{F504BB0C-4EB2-4F6B-8665-3D62C83D54DD}" presName="tx1" presStyleLbl="revTx" presStyleIdx="5" presStyleCnt="10"/>
      <dgm:spPr/>
    </dgm:pt>
    <dgm:pt modelId="{0CAA7C00-35AF-4892-A74C-E41B52360C48}" type="pres">
      <dgm:prSet presAssocID="{F504BB0C-4EB2-4F6B-8665-3D62C83D54DD}" presName="vert1" presStyleCnt="0"/>
      <dgm:spPr/>
    </dgm:pt>
    <dgm:pt modelId="{4FAC2529-D8F7-408A-A292-DC9666567E16}" type="pres">
      <dgm:prSet presAssocID="{F86305F4-AEF6-40B6-9B5A-29FFF2CD04D9}" presName="thickLine" presStyleLbl="alignNode1" presStyleIdx="6" presStyleCnt="10"/>
      <dgm:spPr/>
    </dgm:pt>
    <dgm:pt modelId="{6A04EACB-7FB6-42B6-BE1A-7AABEA502BDA}" type="pres">
      <dgm:prSet presAssocID="{F86305F4-AEF6-40B6-9B5A-29FFF2CD04D9}" presName="horz1" presStyleCnt="0"/>
      <dgm:spPr/>
    </dgm:pt>
    <dgm:pt modelId="{8A6DBECC-9CDC-4FEC-9F6A-DC30A2BE5276}" type="pres">
      <dgm:prSet presAssocID="{F86305F4-AEF6-40B6-9B5A-29FFF2CD04D9}" presName="tx1" presStyleLbl="revTx" presStyleIdx="6" presStyleCnt="10"/>
      <dgm:spPr/>
    </dgm:pt>
    <dgm:pt modelId="{6B63F24F-BAF1-4DFF-9491-E6CBC5BADD2D}" type="pres">
      <dgm:prSet presAssocID="{F86305F4-AEF6-40B6-9B5A-29FFF2CD04D9}" presName="vert1" presStyleCnt="0"/>
      <dgm:spPr/>
    </dgm:pt>
    <dgm:pt modelId="{FD116A4F-F400-4EF9-9E3E-1A6938F3E077}" type="pres">
      <dgm:prSet presAssocID="{58CB34DD-F770-4195-9818-DC4CBEE4DA5D}" presName="thickLine" presStyleLbl="alignNode1" presStyleIdx="7" presStyleCnt="10"/>
      <dgm:spPr/>
    </dgm:pt>
    <dgm:pt modelId="{B1139A31-CFD6-40B4-98F4-CCAD3DC3CFA6}" type="pres">
      <dgm:prSet presAssocID="{58CB34DD-F770-4195-9818-DC4CBEE4DA5D}" presName="horz1" presStyleCnt="0"/>
      <dgm:spPr/>
    </dgm:pt>
    <dgm:pt modelId="{C719C18B-F065-4746-A98F-2229675D0DB4}" type="pres">
      <dgm:prSet presAssocID="{58CB34DD-F770-4195-9818-DC4CBEE4DA5D}" presName="tx1" presStyleLbl="revTx" presStyleIdx="7" presStyleCnt="10"/>
      <dgm:spPr/>
    </dgm:pt>
    <dgm:pt modelId="{8401E49B-5A52-42E2-B7D2-8175757D651D}" type="pres">
      <dgm:prSet presAssocID="{58CB34DD-F770-4195-9818-DC4CBEE4DA5D}" presName="vert1" presStyleCnt="0"/>
      <dgm:spPr/>
    </dgm:pt>
    <dgm:pt modelId="{0C88C715-447D-4F64-A72A-2C76030C786B}" type="pres">
      <dgm:prSet presAssocID="{FC434066-62AB-4F45-86BF-8A4CBD8A4FAA}" presName="thickLine" presStyleLbl="alignNode1" presStyleIdx="8" presStyleCnt="10"/>
      <dgm:spPr/>
    </dgm:pt>
    <dgm:pt modelId="{54A2F210-2511-405B-B760-3407F2A31D2B}" type="pres">
      <dgm:prSet presAssocID="{FC434066-62AB-4F45-86BF-8A4CBD8A4FAA}" presName="horz1" presStyleCnt="0"/>
      <dgm:spPr/>
    </dgm:pt>
    <dgm:pt modelId="{D8BED921-5C7D-4F06-AF75-1032E457C406}" type="pres">
      <dgm:prSet presAssocID="{FC434066-62AB-4F45-86BF-8A4CBD8A4FAA}" presName="tx1" presStyleLbl="revTx" presStyleIdx="8" presStyleCnt="10"/>
      <dgm:spPr/>
    </dgm:pt>
    <dgm:pt modelId="{42A68BD1-5F1B-448A-85ED-3B9088FE9AA0}" type="pres">
      <dgm:prSet presAssocID="{FC434066-62AB-4F45-86BF-8A4CBD8A4FAA}" presName="vert1" presStyleCnt="0"/>
      <dgm:spPr/>
    </dgm:pt>
    <dgm:pt modelId="{7EFF8D76-E025-4C9A-B827-906931A564EE}" type="pres">
      <dgm:prSet presAssocID="{595F7777-A661-46CA-AFC0-ABA41CD6081C}" presName="thickLine" presStyleLbl="alignNode1" presStyleIdx="9" presStyleCnt="10"/>
      <dgm:spPr/>
    </dgm:pt>
    <dgm:pt modelId="{ACB24BB2-C6F4-42D0-A72A-1AEC846063F0}" type="pres">
      <dgm:prSet presAssocID="{595F7777-A661-46CA-AFC0-ABA41CD6081C}" presName="horz1" presStyleCnt="0"/>
      <dgm:spPr/>
    </dgm:pt>
    <dgm:pt modelId="{B0A5FB4E-1BF3-4767-A27F-B887B2E7AC71}" type="pres">
      <dgm:prSet presAssocID="{595F7777-A661-46CA-AFC0-ABA41CD6081C}" presName="tx1" presStyleLbl="revTx" presStyleIdx="9" presStyleCnt="10"/>
      <dgm:spPr/>
    </dgm:pt>
    <dgm:pt modelId="{A3A3185C-F9E8-409D-BAC6-0D2C5E9D5F56}" type="pres">
      <dgm:prSet presAssocID="{595F7777-A661-46CA-AFC0-ABA41CD6081C}" presName="vert1" presStyleCnt="0"/>
      <dgm:spPr/>
    </dgm:pt>
  </dgm:ptLst>
  <dgm:cxnLst>
    <dgm:cxn modelId="{AE6D9E12-ED5A-46BD-9CB5-CC77BE5F8388}" type="presOf" srcId="{FC434066-62AB-4F45-86BF-8A4CBD8A4FAA}" destId="{D8BED921-5C7D-4F06-AF75-1032E457C406}" srcOrd="0" destOrd="0" presId="urn:microsoft.com/office/officeart/2008/layout/LinedList"/>
    <dgm:cxn modelId="{C3C20B16-9061-4944-81F1-248513529042}" type="presOf" srcId="{59D2AAE0-9547-4A77-AA3C-9CB70B3D4C51}" destId="{2EA5C7F3-230A-42EB-B7B1-026E6141CF33}" srcOrd="0" destOrd="0" presId="urn:microsoft.com/office/officeart/2008/layout/LinedList"/>
    <dgm:cxn modelId="{25191B20-E637-4EED-B0F9-C486DA5261B0}" type="presOf" srcId="{604549C0-1BBD-4F1E-8877-29D2D7D94A4D}" destId="{44A1CEE5-BBC2-46E2-BDE1-3052985F01E9}" srcOrd="0" destOrd="0" presId="urn:microsoft.com/office/officeart/2008/layout/LinedList"/>
    <dgm:cxn modelId="{8EB73321-D50D-48FC-8F0F-76F28A2F46C3}" srcId="{59D2AAE0-9547-4A77-AA3C-9CB70B3D4C51}" destId="{9ECDB905-6677-4BA6-9AD3-39B8F001D252}" srcOrd="2" destOrd="0" parTransId="{D8C2AEB0-4377-481C-8517-761E450ED5D4}" sibTransId="{20DD1D60-2025-4F0B-9D32-24E99D8301D4}"/>
    <dgm:cxn modelId="{D0465321-95A0-42F9-B19A-435A2DCD9B61}" type="presOf" srcId="{58CB34DD-F770-4195-9818-DC4CBEE4DA5D}" destId="{C719C18B-F065-4746-A98F-2229675D0DB4}" srcOrd="0" destOrd="0" presId="urn:microsoft.com/office/officeart/2008/layout/LinedList"/>
    <dgm:cxn modelId="{9467102B-B5F9-4C45-B458-F9783BB1D03B}" srcId="{59D2AAE0-9547-4A77-AA3C-9CB70B3D4C51}" destId="{58CB34DD-F770-4195-9818-DC4CBEE4DA5D}" srcOrd="7" destOrd="0" parTransId="{9FB02B8A-A36B-42CF-B258-468B0792F81B}" sibTransId="{E3A8192A-9988-48E1-808F-2C3D4AE36BDB}"/>
    <dgm:cxn modelId="{BFC3AF64-60FB-4EC9-A092-4C7A57006A0D}" type="presOf" srcId="{F504BB0C-4EB2-4F6B-8665-3D62C83D54DD}" destId="{1CB27D31-E1E4-47AD-89E0-4AFFF02E29C9}" srcOrd="0" destOrd="0" presId="urn:microsoft.com/office/officeart/2008/layout/LinedList"/>
    <dgm:cxn modelId="{A0F1496E-4B22-4761-B962-8F76FC4382B1}" srcId="{59D2AAE0-9547-4A77-AA3C-9CB70B3D4C51}" destId="{D88A30AB-D46B-480F-840E-F0A3D0EEF6E6}" srcOrd="0" destOrd="0" parTransId="{7311D44F-ADBB-4D26-9911-5B420A349373}" sibTransId="{E8F608A6-8276-4FC8-A0FC-0A34D4F7460B}"/>
    <dgm:cxn modelId="{0DEF6551-3985-4384-A6C8-2033C4345773}" srcId="{59D2AAE0-9547-4A77-AA3C-9CB70B3D4C51}" destId="{F86305F4-AEF6-40B6-9B5A-29FFF2CD04D9}" srcOrd="6" destOrd="0" parTransId="{FDC92EF7-6BDD-421F-A3CD-E19F2835F97C}" sibTransId="{74FEA1BD-52B3-4BCA-B947-11FEF18795F2}"/>
    <dgm:cxn modelId="{F899D957-A095-4202-B714-03F69505F941}" type="presOf" srcId="{595F7777-A661-46CA-AFC0-ABA41CD6081C}" destId="{B0A5FB4E-1BF3-4767-A27F-B887B2E7AC71}" srcOrd="0" destOrd="0" presId="urn:microsoft.com/office/officeart/2008/layout/LinedList"/>
    <dgm:cxn modelId="{7AD6717E-6759-45E4-BE75-D0A44F66EAE3}" type="presOf" srcId="{9ECDB905-6677-4BA6-9AD3-39B8F001D252}" destId="{430B8681-3CE1-415B-B340-4EDE2B88854A}" srcOrd="0" destOrd="0" presId="urn:microsoft.com/office/officeart/2008/layout/LinedList"/>
    <dgm:cxn modelId="{7E892C7F-978A-4590-BE58-ED950A63986A}" type="presOf" srcId="{7310FF93-818D-4E92-B80F-F3631F8E77F6}" destId="{E97C51ED-7835-4215-9CB5-03CE13AE63F8}" srcOrd="0" destOrd="0" presId="urn:microsoft.com/office/officeart/2008/layout/LinedList"/>
    <dgm:cxn modelId="{1E6C1A85-56C6-4C99-8FC9-EA3326774F19}" srcId="{59D2AAE0-9547-4A77-AA3C-9CB70B3D4C51}" destId="{FC434066-62AB-4F45-86BF-8A4CBD8A4FAA}" srcOrd="8" destOrd="0" parTransId="{836D992D-23A7-4CF0-BF48-F627847CED84}" sibTransId="{051696D7-9EF5-45B1-B4B8-8939CB1906CD}"/>
    <dgm:cxn modelId="{A404E08D-56F0-4A7C-B112-5F10D5EA2CF2}" type="presOf" srcId="{D88A30AB-D46B-480F-840E-F0A3D0EEF6E6}" destId="{956AD117-DCFF-482B-9147-39FA584C3058}" srcOrd="0" destOrd="0" presId="urn:microsoft.com/office/officeart/2008/layout/LinedList"/>
    <dgm:cxn modelId="{7E41698F-A0A5-4078-8B36-B4D53A3E9EAE}" srcId="{59D2AAE0-9547-4A77-AA3C-9CB70B3D4C51}" destId="{604549C0-1BBD-4F1E-8877-29D2D7D94A4D}" srcOrd="3" destOrd="0" parTransId="{D25C46FD-755E-44EF-96D0-94F941430FA0}" sibTransId="{7E855D44-12CC-4E17-8F80-ACCDFF2CBFA7}"/>
    <dgm:cxn modelId="{A766F7B9-46F2-4B66-A925-058001222384}" type="presOf" srcId="{B848BD9D-933B-4CBA-9F4D-E24DA6699EBC}" destId="{43AB5497-76FA-4DC7-8313-B4DD4B3E23B3}" srcOrd="0" destOrd="0" presId="urn:microsoft.com/office/officeart/2008/layout/LinedList"/>
    <dgm:cxn modelId="{D08B96C5-61E0-43A6-8527-B5FD081B1D8D}" srcId="{59D2AAE0-9547-4A77-AA3C-9CB70B3D4C51}" destId="{7310FF93-818D-4E92-B80F-F3631F8E77F6}" srcOrd="4" destOrd="0" parTransId="{9CA56658-FC08-4434-BA78-F39C961F256C}" sibTransId="{979C3CF5-2C55-43D6-BBD0-5604FA5FDFBC}"/>
    <dgm:cxn modelId="{180C1CE9-4845-4EE7-9E89-24BE4727E23E}" srcId="{59D2AAE0-9547-4A77-AA3C-9CB70B3D4C51}" destId="{B848BD9D-933B-4CBA-9F4D-E24DA6699EBC}" srcOrd="1" destOrd="0" parTransId="{2B6981F4-2744-41C7-AF5D-B21B8E2FDF85}" sibTransId="{68C19DDB-96F2-4E0E-9C0F-4AB380FA5E17}"/>
    <dgm:cxn modelId="{5738C3EA-7D16-4133-8874-0966084B9380}" type="presOf" srcId="{F86305F4-AEF6-40B6-9B5A-29FFF2CD04D9}" destId="{8A6DBECC-9CDC-4FEC-9F6A-DC30A2BE5276}" srcOrd="0" destOrd="0" presId="urn:microsoft.com/office/officeart/2008/layout/LinedList"/>
    <dgm:cxn modelId="{56071BED-6CDA-49CA-962F-31EED712E334}" srcId="{59D2AAE0-9547-4A77-AA3C-9CB70B3D4C51}" destId="{F504BB0C-4EB2-4F6B-8665-3D62C83D54DD}" srcOrd="5" destOrd="0" parTransId="{2654C3AB-DF5A-4898-A65C-E7EF745CF290}" sibTransId="{5EFA16E6-D1E5-4BFC-B296-2A1628BF519E}"/>
    <dgm:cxn modelId="{3126F6ED-5BFD-448E-B005-9146439ADEC5}" srcId="{59D2AAE0-9547-4A77-AA3C-9CB70B3D4C51}" destId="{595F7777-A661-46CA-AFC0-ABA41CD6081C}" srcOrd="9" destOrd="0" parTransId="{47CD814C-8C67-4DAD-9298-DFD2D5E6FFBE}" sibTransId="{ACC961C8-A226-45C0-AC16-85FF5E50D968}"/>
    <dgm:cxn modelId="{CEFD20C4-7F9C-48C1-8E19-73E9C68F2D0F}" type="presParOf" srcId="{2EA5C7F3-230A-42EB-B7B1-026E6141CF33}" destId="{9D5C443D-3AFF-4853-B1C5-2051188720C0}" srcOrd="0" destOrd="0" presId="urn:microsoft.com/office/officeart/2008/layout/LinedList"/>
    <dgm:cxn modelId="{B7030B55-CDE8-411C-BD68-FAEFB46ED370}" type="presParOf" srcId="{2EA5C7F3-230A-42EB-B7B1-026E6141CF33}" destId="{A98643ED-D76D-4C7E-9283-7D697CE9B55A}" srcOrd="1" destOrd="0" presId="urn:microsoft.com/office/officeart/2008/layout/LinedList"/>
    <dgm:cxn modelId="{96B90B1D-D19F-444F-8CC7-98253FEB7C18}" type="presParOf" srcId="{A98643ED-D76D-4C7E-9283-7D697CE9B55A}" destId="{956AD117-DCFF-482B-9147-39FA584C3058}" srcOrd="0" destOrd="0" presId="urn:microsoft.com/office/officeart/2008/layout/LinedList"/>
    <dgm:cxn modelId="{87DB9EB2-A235-4A86-B576-D3D1079C58E5}" type="presParOf" srcId="{A98643ED-D76D-4C7E-9283-7D697CE9B55A}" destId="{46731952-9C10-43B5-A0E9-FC7026EBD545}" srcOrd="1" destOrd="0" presId="urn:microsoft.com/office/officeart/2008/layout/LinedList"/>
    <dgm:cxn modelId="{7C0FB371-503D-4F6D-AC16-D362824D2330}" type="presParOf" srcId="{2EA5C7F3-230A-42EB-B7B1-026E6141CF33}" destId="{C8D67BF5-CB0A-4F88-9F86-80295710D353}" srcOrd="2" destOrd="0" presId="urn:microsoft.com/office/officeart/2008/layout/LinedList"/>
    <dgm:cxn modelId="{7BCFB31D-20ED-4C3C-A00F-A0731DA00FB6}" type="presParOf" srcId="{2EA5C7F3-230A-42EB-B7B1-026E6141CF33}" destId="{D91EA178-9F8F-4FE9-9E8C-B79F9D5BA573}" srcOrd="3" destOrd="0" presId="urn:microsoft.com/office/officeart/2008/layout/LinedList"/>
    <dgm:cxn modelId="{BD875497-351B-499D-95E3-B9989F3AED8D}" type="presParOf" srcId="{D91EA178-9F8F-4FE9-9E8C-B79F9D5BA573}" destId="{43AB5497-76FA-4DC7-8313-B4DD4B3E23B3}" srcOrd="0" destOrd="0" presId="urn:microsoft.com/office/officeart/2008/layout/LinedList"/>
    <dgm:cxn modelId="{55962E25-BF1D-4EE3-B117-A1E313F97623}" type="presParOf" srcId="{D91EA178-9F8F-4FE9-9E8C-B79F9D5BA573}" destId="{D51B6F6D-0C25-4467-B153-EE493CB4A88E}" srcOrd="1" destOrd="0" presId="urn:microsoft.com/office/officeart/2008/layout/LinedList"/>
    <dgm:cxn modelId="{AF9EA5EC-EC1C-4263-8E30-EF56C462CAEC}" type="presParOf" srcId="{2EA5C7F3-230A-42EB-B7B1-026E6141CF33}" destId="{D31E77F3-23E8-4BA4-AE70-014D019719A8}" srcOrd="4" destOrd="0" presId="urn:microsoft.com/office/officeart/2008/layout/LinedList"/>
    <dgm:cxn modelId="{8DD2CDF0-84E7-4D5E-B41E-F094B5C4CACD}" type="presParOf" srcId="{2EA5C7F3-230A-42EB-B7B1-026E6141CF33}" destId="{58B8EDE4-77BB-4401-9B5E-10BCB8D58901}" srcOrd="5" destOrd="0" presId="urn:microsoft.com/office/officeart/2008/layout/LinedList"/>
    <dgm:cxn modelId="{8F8F1113-8554-4BCC-8244-5B47FA4A3509}" type="presParOf" srcId="{58B8EDE4-77BB-4401-9B5E-10BCB8D58901}" destId="{430B8681-3CE1-415B-B340-4EDE2B88854A}" srcOrd="0" destOrd="0" presId="urn:microsoft.com/office/officeart/2008/layout/LinedList"/>
    <dgm:cxn modelId="{7F0F9E85-E6D3-4C3F-8C15-D3B59DA48C4B}" type="presParOf" srcId="{58B8EDE4-77BB-4401-9B5E-10BCB8D58901}" destId="{9D068D0A-59A3-40FD-9010-2F00565B09C1}" srcOrd="1" destOrd="0" presId="urn:microsoft.com/office/officeart/2008/layout/LinedList"/>
    <dgm:cxn modelId="{F7C40D45-0BAD-4578-9976-020EF98CC1BE}" type="presParOf" srcId="{2EA5C7F3-230A-42EB-B7B1-026E6141CF33}" destId="{9AA42F40-F5DB-4EDC-9530-862A440E6C01}" srcOrd="6" destOrd="0" presId="urn:microsoft.com/office/officeart/2008/layout/LinedList"/>
    <dgm:cxn modelId="{BB5CCDEB-472A-4FFB-BFAB-176AD954A152}" type="presParOf" srcId="{2EA5C7F3-230A-42EB-B7B1-026E6141CF33}" destId="{08B68CC3-2683-4025-A432-94A59AAA48CE}" srcOrd="7" destOrd="0" presId="urn:microsoft.com/office/officeart/2008/layout/LinedList"/>
    <dgm:cxn modelId="{15EF37E9-ED39-4AB0-B8DB-563D316BE203}" type="presParOf" srcId="{08B68CC3-2683-4025-A432-94A59AAA48CE}" destId="{44A1CEE5-BBC2-46E2-BDE1-3052985F01E9}" srcOrd="0" destOrd="0" presId="urn:microsoft.com/office/officeart/2008/layout/LinedList"/>
    <dgm:cxn modelId="{72985DF9-9AC5-45C6-A8CB-03C29194EE6E}" type="presParOf" srcId="{08B68CC3-2683-4025-A432-94A59AAA48CE}" destId="{A4C1E829-66CF-419C-AF6F-F2CB4C20B9B3}" srcOrd="1" destOrd="0" presId="urn:microsoft.com/office/officeart/2008/layout/LinedList"/>
    <dgm:cxn modelId="{C5D46932-084F-4A7D-9D6F-F32C59AB854A}" type="presParOf" srcId="{2EA5C7F3-230A-42EB-B7B1-026E6141CF33}" destId="{A902D98E-C5F3-461A-BF8E-97856E932E0D}" srcOrd="8" destOrd="0" presId="urn:microsoft.com/office/officeart/2008/layout/LinedList"/>
    <dgm:cxn modelId="{6B6649AE-B8A7-4C4B-9E41-7DBD5CCF96EE}" type="presParOf" srcId="{2EA5C7F3-230A-42EB-B7B1-026E6141CF33}" destId="{01453241-FF12-42D6-92F2-9539433A53CF}" srcOrd="9" destOrd="0" presId="urn:microsoft.com/office/officeart/2008/layout/LinedList"/>
    <dgm:cxn modelId="{056EE542-2777-4ACB-8B8A-46F9CDC1E064}" type="presParOf" srcId="{01453241-FF12-42D6-92F2-9539433A53CF}" destId="{E97C51ED-7835-4215-9CB5-03CE13AE63F8}" srcOrd="0" destOrd="0" presId="urn:microsoft.com/office/officeart/2008/layout/LinedList"/>
    <dgm:cxn modelId="{C8AC354D-7680-459F-B9FF-4235B9B32F8F}" type="presParOf" srcId="{01453241-FF12-42D6-92F2-9539433A53CF}" destId="{33B9C7C6-CC03-4876-AEAE-7E12EE88E734}" srcOrd="1" destOrd="0" presId="urn:microsoft.com/office/officeart/2008/layout/LinedList"/>
    <dgm:cxn modelId="{1D371716-A000-4621-83AB-D730771D19DA}" type="presParOf" srcId="{2EA5C7F3-230A-42EB-B7B1-026E6141CF33}" destId="{F7711A6F-D0BE-407A-BE4B-E975EEA636A2}" srcOrd="10" destOrd="0" presId="urn:microsoft.com/office/officeart/2008/layout/LinedList"/>
    <dgm:cxn modelId="{3517DB70-27C7-438E-8BCE-CA66E3953E32}" type="presParOf" srcId="{2EA5C7F3-230A-42EB-B7B1-026E6141CF33}" destId="{474EC3A6-4C08-49AB-90F2-BC4C11753979}" srcOrd="11" destOrd="0" presId="urn:microsoft.com/office/officeart/2008/layout/LinedList"/>
    <dgm:cxn modelId="{12B5416F-7358-46F4-9964-6A2D560251D9}" type="presParOf" srcId="{474EC3A6-4C08-49AB-90F2-BC4C11753979}" destId="{1CB27D31-E1E4-47AD-89E0-4AFFF02E29C9}" srcOrd="0" destOrd="0" presId="urn:microsoft.com/office/officeart/2008/layout/LinedList"/>
    <dgm:cxn modelId="{078BF394-D28D-47A8-B0F0-35B1F49AFABC}" type="presParOf" srcId="{474EC3A6-4C08-49AB-90F2-BC4C11753979}" destId="{0CAA7C00-35AF-4892-A74C-E41B52360C48}" srcOrd="1" destOrd="0" presId="urn:microsoft.com/office/officeart/2008/layout/LinedList"/>
    <dgm:cxn modelId="{5CA75FB2-A39E-4084-A5C4-ADE73D161D66}" type="presParOf" srcId="{2EA5C7F3-230A-42EB-B7B1-026E6141CF33}" destId="{4FAC2529-D8F7-408A-A292-DC9666567E16}" srcOrd="12" destOrd="0" presId="urn:microsoft.com/office/officeart/2008/layout/LinedList"/>
    <dgm:cxn modelId="{11A51FAD-B5A7-431D-BEC8-B94BB2A57DF5}" type="presParOf" srcId="{2EA5C7F3-230A-42EB-B7B1-026E6141CF33}" destId="{6A04EACB-7FB6-42B6-BE1A-7AABEA502BDA}" srcOrd="13" destOrd="0" presId="urn:microsoft.com/office/officeart/2008/layout/LinedList"/>
    <dgm:cxn modelId="{7410FBD5-6ECD-45ED-8547-5D47114CA359}" type="presParOf" srcId="{6A04EACB-7FB6-42B6-BE1A-7AABEA502BDA}" destId="{8A6DBECC-9CDC-4FEC-9F6A-DC30A2BE5276}" srcOrd="0" destOrd="0" presId="urn:microsoft.com/office/officeart/2008/layout/LinedList"/>
    <dgm:cxn modelId="{FDE810D8-915C-4E08-8190-FB16CEBD78BD}" type="presParOf" srcId="{6A04EACB-7FB6-42B6-BE1A-7AABEA502BDA}" destId="{6B63F24F-BAF1-4DFF-9491-E6CBC5BADD2D}" srcOrd="1" destOrd="0" presId="urn:microsoft.com/office/officeart/2008/layout/LinedList"/>
    <dgm:cxn modelId="{931C9148-80B4-4DF0-BA0C-F26414EF2391}" type="presParOf" srcId="{2EA5C7F3-230A-42EB-B7B1-026E6141CF33}" destId="{FD116A4F-F400-4EF9-9E3E-1A6938F3E077}" srcOrd="14" destOrd="0" presId="urn:microsoft.com/office/officeart/2008/layout/LinedList"/>
    <dgm:cxn modelId="{0313A895-E683-4387-967B-5F5509BE75DD}" type="presParOf" srcId="{2EA5C7F3-230A-42EB-B7B1-026E6141CF33}" destId="{B1139A31-CFD6-40B4-98F4-CCAD3DC3CFA6}" srcOrd="15" destOrd="0" presId="urn:microsoft.com/office/officeart/2008/layout/LinedList"/>
    <dgm:cxn modelId="{050B3B60-6A32-4E2C-A50C-2ACFD8675A1F}" type="presParOf" srcId="{B1139A31-CFD6-40B4-98F4-CCAD3DC3CFA6}" destId="{C719C18B-F065-4746-A98F-2229675D0DB4}" srcOrd="0" destOrd="0" presId="urn:microsoft.com/office/officeart/2008/layout/LinedList"/>
    <dgm:cxn modelId="{94231B50-C1A3-417C-8643-068FD78A4F76}" type="presParOf" srcId="{B1139A31-CFD6-40B4-98F4-CCAD3DC3CFA6}" destId="{8401E49B-5A52-42E2-B7D2-8175757D651D}" srcOrd="1" destOrd="0" presId="urn:microsoft.com/office/officeart/2008/layout/LinedList"/>
    <dgm:cxn modelId="{29D77199-987C-424D-82DD-0C36D0F351D2}" type="presParOf" srcId="{2EA5C7F3-230A-42EB-B7B1-026E6141CF33}" destId="{0C88C715-447D-4F64-A72A-2C76030C786B}" srcOrd="16" destOrd="0" presId="urn:microsoft.com/office/officeart/2008/layout/LinedList"/>
    <dgm:cxn modelId="{DF8F365C-89EB-43A6-A114-36163DAAFEE5}" type="presParOf" srcId="{2EA5C7F3-230A-42EB-B7B1-026E6141CF33}" destId="{54A2F210-2511-405B-B760-3407F2A31D2B}" srcOrd="17" destOrd="0" presId="urn:microsoft.com/office/officeart/2008/layout/LinedList"/>
    <dgm:cxn modelId="{3A53601B-2763-4470-BEAE-B0BB84D9178D}" type="presParOf" srcId="{54A2F210-2511-405B-B760-3407F2A31D2B}" destId="{D8BED921-5C7D-4F06-AF75-1032E457C406}" srcOrd="0" destOrd="0" presId="urn:microsoft.com/office/officeart/2008/layout/LinedList"/>
    <dgm:cxn modelId="{3C5A4F50-88EA-426F-ACE9-FB2DEB245B1D}" type="presParOf" srcId="{54A2F210-2511-405B-B760-3407F2A31D2B}" destId="{42A68BD1-5F1B-448A-85ED-3B9088FE9AA0}" srcOrd="1" destOrd="0" presId="urn:microsoft.com/office/officeart/2008/layout/LinedList"/>
    <dgm:cxn modelId="{9B109088-6C52-4564-A501-F6270E04E451}" type="presParOf" srcId="{2EA5C7F3-230A-42EB-B7B1-026E6141CF33}" destId="{7EFF8D76-E025-4C9A-B827-906931A564EE}" srcOrd="18" destOrd="0" presId="urn:microsoft.com/office/officeart/2008/layout/LinedList"/>
    <dgm:cxn modelId="{CC7AFBE8-B31E-4770-92C1-932388DFC4FC}" type="presParOf" srcId="{2EA5C7F3-230A-42EB-B7B1-026E6141CF33}" destId="{ACB24BB2-C6F4-42D0-A72A-1AEC846063F0}" srcOrd="19" destOrd="0" presId="urn:microsoft.com/office/officeart/2008/layout/LinedList"/>
    <dgm:cxn modelId="{A3ED05C3-F606-4C8E-A2CD-0D8869ED9245}" type="presParOf" srcId="{ACB24BB2-C6F4-42D0-A72A-1AEC846063F0}" destId="{B0A5FB4E-1BF3-4767-A27F-B887B2E7AC71}" srcOrd="0" destOrd="0" presId="urn:microsoft.com/office/officeart/2008/layout/LinedList"/>
    <dgm:cxn modelId="{ACBE08E8-189C-4D0F-AE08-15385061DC5F}" type="presParOf" srcId="{ACB24BB2-C6F4-42D0-A72A-1AEC846063F0}" destId="{A3A3185C-F9E8-409D-BAC6-0D2C5E9D5F5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FBE3984-FEEF-4061-B785-88B70D67923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9F79E7-D27F-45AF-93E2-432AF851F9EE}">
      <dgm:prSet/>
      <dgm:spPr/>
      <dgm:t>
        <a:bodyPr/>
        <a:lstStyle/>
        <a:p>
          <a:r>
            <a:rPr lang="en-US"/>
            <a:t>YOLOv8s (Ultralytics)</a:t>
          </a:r>
        </a:p>
      </dgm:t>
    </dgm:pt>
    <dgm:pt modelId="{DF0513ED-C07F-4F13-B63F-F1E4EE362601}" type="parTrans" cxnId="{7B7ED062-E1C1-457E-B377-25070055992A}">
      <dgm:prSet/>
      <dgm:spPr/>
      <dgm:t>
        <a:bodyPr/>
        <a:lstStyle/>
        <a:p>
          <a:endParaRPr lang="en-US"/>
        </a:p>
      </dgm:t>
    </dgm:pt>
    <dgm:pt modelId="{FFD88390-6332-4D0D-8D07-AA50A652DB8D}" type="sibTrans" cxnId="{7B7ED062-E1C1-457E-B377-25070055992A}">
      <dgm:prSet/>
      <dgm:spPr/>
      <dgm:t>
        <a:bodyPr/>
        <a:lstStyle/>
        <a:p>
          <a:endParaRPr lang="en-US"/>
        </a:p>
      </dgm:t>
    </dgm:pt>
    <dgm:pt modelId="{3899B005-ED55-4CE8-9463-F7B1200F330B}">
      <dgm:prSet/>
      <dgm:spPr/>
      <dgm:t>
        <a:bodyPr/>
        <a:lstStyle/>
        <a:p>
          <a:r>
            <a:rPr lang="en-US" dirty="0"/>
            <a:t>11.1M parameters</a:t>
          </a:r>
        </a:p>
      </dgm:t>
    </dgm:pt>
    <dgm:pt modelId="{0787627A-F3CA-4575-9323-A78FE8A996AF}" type="parTrans" cxnId="{924F78D8-2083-4673-9385-1AB2D570B255}">
      <dgm:prSet/>
      <dgm:spPr/>
      <dgm:t>
        <a:bodyPr/>
        <a:lstStyle/>
        <a:p>
          <a:endParaRPr lang="en-US"/>
        </a:p>
      </dgm:t>
    </dgm:pt>
    <dgm:pt modelId="{2AE25B39-D60F-4A01-B0AB-DCEA2085B708}" type="sibTrans" cxnId="{924F78D8-2083-4673-9385-1AB2D570B255}">
      <dgm:prSet/>
      <dgm:spPr/>
      <dgm:t>
        <a:bodyPr/>
        <a:lstStyle/>
        <a:p>
          <a:endParaRPr lang="en-US"/>
        </a:p>
      </dgm:t>
    </dgm:pt>
    <dgm:pt modelId="{D373D0DF-8E72-4E1E-99C9-DC278EFC3061}">
      <dgm:prSet/>
      <dgm:spPr/>
      <dgm:t>
        <a:bodyPr/>
        <a:lstStyle/>
        <a:p>
          <a:r>
            <a:rPr lang="en-US" dirty="0"/>
            <a:t>28.5 GFLOPs</a:t>
          </a:r>
        </a:p>
      </dgm:t>
    </dgm:pt>
    <dgm:pt modelId="{B8E6A288-6932-4EF2-BB3E-67537EFC588A}" type="parTrans" cxnId="{077BACF6-1C5B-4C73-ACD0-2188954A76C9}">
      <dgm:prSet/>
      <dgm:spPr/>
      <dgm:t>
        <a:bodyPr/>
        <a:lstStyle/>
        <a:p>
          <a:endParaRPr lang="en-US"/>
        </a:p>
      </dgm:t>
    </dgm:pt>
    <dgm:pt modelId="{CA1F8D20-6937-424B-920F-9D0D298DC08E}" type="sibTrans" cxnId="{077BACF6-1C5B-4C73-ACD0-2188954A76C9}">
      <dgm:prSet/>
      <dgm:spPr/>
      <dgm:t>
        <a:bodyPr/>
        <a:lstStyle/>
        <a:p>
          <a:endParaRPr lang="en-US"/>
        </a:p>
      </dgm:t>
    </dgm:pt>
    <dgm:pt modelId="{037EDFDC-FCD5-431A-8956-E8F1BC9CD7E1}">
      <dgm:prSet/>
      <dgm:spPr/>
      <dgm:t>
        <a:bodyPr/>
        <a:lstStyle/>
        <a:p>
          <a:r>
            <a:rPr lang="en-US" dirty="0"/>
            <a:t>73 layers</a:t>
          </a:r>
        </a:p>
      </dgm:t>
    </dgm:pt>
    <dgm:pt modelId="{38F9106A-9E5C-4647-8EA9-B0A1F30B2454}" type="parTrans" cxnId="{F9A46A1B-7077-4EFB-9CE1-8FCCE86BA85B}">
      <dgm:prSet/>
      <dgm:spPr/>
      <dgm:t>
        <a:bodyPr/>
        <a:lstStyle/>
        <a:p>
          <a:endParaRPr lang="en-US"/>
        </a:p>
      </dgm:t>
    </dgm:pt>
    <dgm:pt modelId="{A381869F-0329-4812-9ECA-D43D0F5086F4}" type="sibTrans" cxnId="{F9A46A1B-7077-4EFB-9CE1-8FCCE86BA85B}">
      <dgm:prSet/>
      <dgm:spPr/>
      <dgm:t>
        <a:bodyPr/>
        <a:lstStyle/>
        <a:p>
          <a:endParaRPr lang="en-US"/>
        </a:p>
      </dgm:t>
    </dgm:pt>
    <dgm:pt modelId="{43DD2381-D94B-4F87-96E5-CD335D5E0C3A}">
      <dgm:prSet/>
      <dgm:spPr/>
      <dgm:t>
        <a:bodyPr/>
        <a:lstStyle/>
        <a:p>
          <a:r>
            <a:rPr lang="en-US"/>
            <a:t>Training Configuration:</a:t>
          </a:r>
        </a:p>
      </dgm:t>
    </dgm:pt>
    <dgm:pt modelId="{4C3F8778-1BBA-44B6-B414-9E8867CD85C5}" type="parTrans" cxnId="{F54CBC3F-8BC0-45E8-8244-34BED2899F25}">
      <dgm:prSet/>
      <dgm:spPr/>
      <dgm:t>
        <a:bodyPr/>
        <a:lstStyle/>
        <a:p>
          <a:endParaRPr lang="en-US"/>
        </a:p>
      </dgm:t>
    </dgm:pt>
    <dgm:pt modelId="{7B5B8132-C556-436B-8A69-132826007B41}" type="sibTrans" cxnId="{F54CBC3F-8BC0-45E8-8244-34BED2899F25}">
      <dgm:prSet/>
      <dgm:spPr/>
      <dgm:t>
        <a:bodyPr/>
        <a:lstStyle/>
        <a:p>
          <a:endParaRPr lang="en-US"/>
        </a:p>
      </dgm:t>
    </dgm:pt>
    <dgm:pt modelId="{ECC1F5C5-EF68-4F8D-9656-825E093604DE}">
      <dgm:prSet/>
      <dgm:spPr/>
      <dgm:t>
        <a:bodyPr/>
        <a:lstStyle/>
        <a:p>
          <a:r>
            <a:rPr lang="en-US" dirty="0"/>
            <a:t>100 epochs, batch size 32</a:t>
          </a:r>
        </a:p>
      </dgm:t>
    </dgm:pt>
    <dgm:pt modelId="{FAF9DC04-962C-4DB4-AA09-5E6057202DA6}" type="parTrans" cxnId="{A8C72C28-169A-4E10-BB93-0C609F0964AA}">
      <dgm:prSet/>
      <dgm:spPr/>
      <dgm:t>
        <a:bodyPr/>
        <a:lstStyle/>
        <a:p>
          <a:endParaRPr lang="en-US"/>
        </a:p>
      </dgm:t>
    </dgm:pt>
    <dgm:pt modelId="{5E1BD24E-62FE-4170-A7BB-6176ECE7ACB4}" type="sibTrans" cxnId="{A8C72C28-169A-4E10-BB93-0C609F0964AA}">
      <dgm:prSet/>
      <dgm:spPr/>
      <dgm:t>
        <a:bodyPr/>
        <a:lstStyle/>
        <a:p>
          <a:endParaRPr lang="en-US"/>
        </a:p>
      </dgm:t>
    </dgm:pt>
    <dgm:pt modelId="{B6AF5356-4238-4B52-9B6C-DDCB32A2DADD}">
      <dgm:prSet/>
      <dgm:spPr/>
      <dgm:t>
        <a:bodyPr/>
        <a:lstStyle/>
        <a:p>
          <a:r>
            <a:rPr lang="en-US" dirty="0"/>
            <a:t>Image size: 640x640</a:t>
          </a:r>
        </a:p>
      </dgm:t>
    </dgm:pt>
    <dgm:pt modelId="{4D782569-A4A0-42E9-A77A-C2B24FD42B5B}" type="parTrans" cxnId="{ACF50A5C-534C-41EC-8EAA-F3A21213F1FE}">
      <dgm:prSet/>
      <dgm:spPr/>
      <dgm:t>
        <a:bodyPr/>
        <a:lstStyle/>
        <a:p>
          <a:endParaRPr lang="en-US"/>
        </a:p>
      </dgm:t>
    </dgm:pt>
    <dgm:pt modelId="{7A1059F7-B9E1-41DA-AAE1-E21520224FCF}" type="sibTrans" cxnId="{ACF50A5C-534C-41EC-8EAA-F3A21213F1FE}">
      <dgm:prSet/>
      <dgm:spPr/>
      <dgm:t>
        <a:bodyPr/>
        <a:lstStyle/>
        <a:p>
          <a:endParaRPr lang="en-US"/>
        </a:p>
      </dgm:t>
    </dgm:pt>
    <dgm:pt modelId="{33F01C68-D90F-4340-96BF-CAF7A23E7BA1}">
      <dgm:prSet/>
      <dgm:spPr/>
      <dgm:t>
        <a:bodyPr/>
        <a:lstStyle/>
        <a:p>
          <a:r>
            <a:rPr lang="en-US" dirty="0"/>
            <a:t>Optimizer: </a:t>
          </a:r>
          <a:r>
            <a:rPr lang="en-US" dirty="0" err="1"/>
            <a:t>AdamW</a:t>
          </a:r>
          <a:endParaRPr lang="en-US" dirty="0"/>
        </a:p>
      </dgm:t>
    </dgm:pt>
    <dgm:pt modelId="{DB698C2E-1C2C-47BA-AE0B-49697F0191D9}" type="parTrans" cxnId="{42FA32E1-3F0E-459A-B297-1E16E103C503}">
      <dgm:prSet/>
      <dgm:spPr/>
      <dgm:t>
        <a:bodyPr/>
        <a:lstStyle/>
        <a:p>
          <a:endParaRPr lang="en-US"/>
        </a:p>
      </dgm:t>
    </dgm:pt>
    <dgm:pt modelId="{B566E8FC-E2BD-4D8B-95E9-C8A34743C179}" type="sibTrans" cxnId="{42FA32E1-3F0E-459A-B297-1E16E103C503}">
      <dgm:prSet/>
      <dgm:spPr/>
      <dgm:t>
        <a:bodyPr/>
        <a:lstStyle/>
        <a:p>
          <a:endParaRPr lang="en-US"/>
        </a:p>
      </dgm:t>
    </dgm:pt>
    <dgm:pt modelId="{1B9BE3FD-6E46-45D1-89CB-4F4FF3045D17}">
      <dgm:prSet/>
      <dgm:spPr/>
      <dgm:t>
        <a:bodyPr/>
        <a:lstStyle/>
        <a:p>
          <a:r>
            <a:rPr lang="en-US" dirty="0"/>
            <a:t>Data augmentation: HSV, rotation, mosaic, </a:t>
          </a:r>
          <a:r>
            <a:rPr lang="en-US" dirty="0" err="1"/>
            <a:t>mixup</a:t>
          </a:r>
          <a:endParaRPr lang="en-US" dirty="0"/>
        </a:p>
      </dgm:t>
    </dgm:pt>
    <dgm:pt modelId="{86069E49-3E50-43FE-AB29-0846A39652FA}" type="parTrans" cxnId="{7D6081F1-5E20-4779-8AC2-70B567ED5E7E}">
      <dgm:prSet/>
      <dgm:spPr/>
      <dgm:t>
        <a:bodyPr/>
        <a:lstStyle/>
        <a:p>
          <a:endParaRPr lang="en-US"/>
        </a:p>
      </dgm:t>
    </dgm:pt>
    <dgm:pt modelId="{2F5069F2-3F90-435D-992E-542EDE5343EC}" type="sibTrans" cxnId="{7D6081F1-5E20-4779-8AC2-70B567ED5E7E}">
      <dgm:prSet/>
      <dgm:spPr/>
      <dgm:t>
        <a:bodyPr/>
        <a:lstStyle/>
        <a:p>
          <a:endParaRPr lang="en-US"/>
        </a:p>
      </dgm:t>
    </dgm:pt>
    <dgm:pt modelId="{7F745495-879B-49FB-944F-9447D7986BC1}">
      <dgm:prSet/>
      <dgm:spPr/>
      <dgm:t>
        <a:bodyPr/>
        <a:lstStyle/>
        <a:p>
          <a:r>
            <a:rPr lang="en-US"/>
            <a:t>Hardware: Tesla P100 GPU (16GB)</a:t>
          </a:r>
        </a:p>
      </dgm:t>
    </dgm:pt>
    <dgm:pt modelId="{B9611773-8384-460D-824E-C34AA585CC1E}" type="parTrans" cxnId="{543E9509-A444-4D74-9C79-B94C42E41C03}">
      <dgm:prSet/>
      <dgm:spPr/>
      <dgm:t>
        <a:bodyPr/>
        <a:lstStyle/>
        <a:p>
          <a:endParaRPr lang="en-US"/>
        </a:p>
      </dgm:t>
    </dgm:pt>
    <dgm:pt modelId="{850CE795-4CD8-456E-AC8F-BCAEB4DFB522}" type="sibTrans" cxnId="{543E9509-A444-4D74-9C79-B94C42E41C03}">
      <dgm:prSet/>
      <dgm:spPr/>
      <dgm:t>
        <a:bodyPr/>
        <a:lstStyle/>
        <a:p>
          <a:endParaRPr lang="en-US"/>
        </a:p>
      </dgm:t>
    </dgm:pt>
    <dgm:pt modelId="{DA4B17B1-C42F-409D-9C50-1616943DF510}" type="pres">
      <dgm:prSet presAssocID="{CFBE3984-FEEF-4061-B785-88B70D679236}" presName="vert0" presStyleCnt="0">
        <dgm:presLayoutVars>
          <dgm:dir/>
          <dgm:animOne val="branch"/>
          <dgm:animLvl val="lvl"/>
        </dgm:presLayoutVars>
      </dgm:prSet>
      <dgm:spPr/>
    </dgm:pt>
    <dgm:pt modelId="{2A0BAFF6-EE38-43CD-A988-ECE46CBCF93B}" type="pres">
      <dgm:prSet presAssocID="{C79F79E7-D27F-45AF-93E2-432AF851F9EE}" presName="thickLine" presStyleLbl="alignNode1" presStyleIdx="0" presStyleCnt="10"/>
      <dgm:spPr/>
    </dgm:pt>
    <dgm:pt modelId="{81C7EEC2-55CB-4AA8-87A1-A1DB8D156AD8}" type="pres">
      <dgm:prSet presAssocID="{C79F79E7-D27F-45AF-93E2-432AF851F9EE}" presName="horz1" presStyleCnt="0"/>
      <dgm:spPr/>
    </dgm:pt>
    <dgm:pt modelId="{247287C5-F964-4453-A784-2D35FC45821D}" type="pres">
      <dgm:prSet presAssocID="{C79F79E7-D27F-45AF-93E2-432AF851F9EE}" presName="tx1" presStyleLbl="revTx" presStyleIdx="0" presStyleCnt="10"/>
      <dgm:spPr/>
    </dgm:pt>
    <dgm:pt modelId="{84CF21C9-4558-4714-8EFC-C4B3DF973846}" type="pres">
      <dgm:prSet presAssocID="{C79F79E7-D27F-45AF-93E2-432AF851F9EE}" presName="vert1" presStyleCnt="0"/>
      <dgm:spPr/>
    </dgm:pt>
    <dgm:pt modelId="{EA0B8DDB-5587-427A-9E84-04617AD78ED9}" type="pres">
      <dgm:prSet presAssocID="{3899B005-ED55-4CE8-9463-F7B1200F330B}" presName="thickLine" presStyleLbl="alignNode1" presStyleIdx="1" presStyleCnt="10"/>
      <dgm:spPr/>
    </dgm:pt>
    <dgm:pt modelId="{2A5C07CE-D282-4847-A583-7987AB37B0BF}" type="pres">
      <dgm:prSet presAssocID="{3899B005-ED55-4CE8-9463-F7B1200F330B}" presName="horz1" presStyleCnt="0"/>
      <dgm:spPr/>
    </dgm:pt>
    <dgm:pt modelId="{E09550C9-3E27-45A8-87F5-9D2762D1FA3D}" type="pres">
      <dgm:prSet presAssocID="{3899B005-ED55-4CE8-9463-F7B1200F330B}" presName="tx1" presStyleLbl="revTx" presStyleIdx="1" presStyleCnt="10"/>
      <dgm:spPr/>
    </dgm:pt>
    <dgm:pt modelId="{1CB93F59-E094-483D-B4B8-B446A101BAE1}" type="pres">
      <dgm:prSet presAssocID="{3899B005-ED55-4CE8-9463-F7B1200F330B}" presName="vert1" presStyleCnt="0"/>
      <dgm:spPr/>
    </dgm:pt>
    <dgm:pt modelId="{8392F097-C9BE-44F1-8477-4A1F6F998385}" type="pres">
      <dgm:prSet presAssocID="{D373D0DF-8E72-4E1E-99C9-DC278EFC3061}" presName="thickLine" presStyleLbl="alignNode1" presStyleIdx="2" presStyleCnt="10"/>
      <dgm:spPr/>
    </dgm:pt>
    <dgm:pt modelId="{C5269717-78D4-4183-B333-3DDF5A4F3F95}" type="pres">
      <dgm:prSet presAssocID="{D373D0DF-8E72-4E1E-99C9-DC278EFC3061}" presName="horz1" presStyleCnt="0"/>
      <dgm:spPr/>
    </dgm:pt>
    <dgm:pt modelId="{DC27D60F-D25B-4089-8B2D-0177D5EAB55B}" type="pres">
      <dgm:prSet presAssocID="{D373D0DF-8E72-4E1E-99C9-DC278EFC3061}" presName="tx1" presStyleLbl="revTx" presStyleIdx="2" presStyleCnt="10"/>
      <dgm:spPr/>
    </dgm:pt>
    <dgm:pt modelId="{88243EE0-2800-4709-9DBA-4295F866B310}" type="pres">
      <dgm:prSet presAssocID="{D373D0DF-8E72-4E1E-99C9-DC278EFC3061}" presName="vert1" presStyleCnt="0"/>
      <dgm:spPr/>
    </dgm:pt>
    <dgm:pt modelId="{53EB6163-C2E5-49C0-8FC8-F43EF6EB597F}" type="pres">
      <dgm:prSet presAssocID="{037EDFDC-FCD5-431A-8956-E8F1BC9CD7E1}" presName="thickLine" presStyleLbl="alignNode1" presStyleIdx="3" presStyleCnt="10"/>
      <dgm:spPr/>
    </dgm:pt>
    <dgm:pt modelId="{2FAE6034-4C9C-43A8-B0B7-7307DD55D904}" type="pres">
      <dgm:prSet presAssocID="{037EDFDC-FCD5-431A-8956-E8F1BC9CD7E1}" presName="horz1" presStyleCnt="0"/>
      <dgm:spPr/>
    </dgm:pt>
    <dgm:pt modelId="{3EBDFEA4-4902-423E-8DE9-6F826CED4376}" type="pres">
      <dgm:prSet presAssocID="{037EDFDC-FCD5-431A-8956-E8F1BC9CD7E1}" presName="tx1" presStyleLbl="revTx" presStyleIdx="3" presStyleCnt="10"/>
      <dgm:spPr/>
    </dgm:pt>
    <dgm:pt modelId="{48436828-6A67-4254-997A-97F07931AFBC}" type="pres">
      <dgm:prSet presAssocID="{037EDFDC-FCD5-431A-8956-E8F1BC9CD7E1}" presName="vert1" presStyleCnt="0"/>
      <dgm:spPr/>
    </dgm:pt>
    <dgm:pt modelId="{A9D3410F-D863-4E48-8ECC-59EB1F186C66}" type="pres">
      <dgm:prSet presAssocID="{43DD2381-D94B-4F87-96E5-CD335D5E0C3A}" presName="thickLine" presStyleLbl="alignNode1" presStyleIdx="4" presStyleCnt="10"/>
      <dgm:spPr/>
    </dgm:pt>
    <dgm:pt modelId="{05F7D03D-A8A5-46B2-9AEE-941582EA4DDA}" type="pres">
      <dgm:prSet presAssocID="{43DD2381-D94B-4F87-96E5-CD335D5E0C3A}" presName="horz1" presStyleCnt="0"/>
      <dgm:spPr/>
    </dgm:pt>
    <dgm:pt modelId="{08FEAD63-0917-458E-AEF7-F78C1E012FEE}" type="pres">
      <dgm:prSet presAssocID="{43DD2381-D94B-4F87-96E5-CD335D5E0C3A}" presName="tx1" presStyleLbl="revTx" presStyleIdx="4" presStyleCnt="10"/>
      <dgm:spPr/>
    </dgm:pt>
    <dgm:pt modelId="{4BADB540-AEB3-4B06-BB91-95BDE185F098}" type="pres">
      <dgm:prSet presAssocID="{43DD2381-D94B-4F87-96E5-CD335D5E0C3A}" presName="vert1" presStyleCnt="0"/>
      <dgm:spPr/>
    </dgm:pt>
    <dgm:pt modelId="{4D9E0CE6-5A46-4378-AFFE-7A9C3C7A06B8}" type="pres">
      <dgm:prSet presAssocID="{ECC1F5C5-EF68-4F8D-9656-825E093604DE}" presName="thickLine" presStyleLbl="alignNode1" presStyleIdx="5" presStyleCnt="10"/>
      <dgm:spPr/>
    </dgm:pt>
    <dgm:pt modelId="{D94DC6F1-14DC-404C-B5D7-10D19E4A8964}" type="pres">
      <dgm:prSet presAssocID="{ECC1F5C5-EF68-4F8D-9656-825E093604DE}" presName="horz1" presStyleCnt="0"/>
      <dgm:spPr/>
    </dgm:pt>
    <dgm:pt modelId="{3B44E302-0790-44B7-927F-BFC709F22F06}" type="pres">
      <dgm:prSet presAssocID="{ECC1F5C5-EF68-4F8D-9656-825E093604DE}" presName="tx1" presStyleLbl="revTx" presStyleIdx="5" presStyleCnt="10"/>
      <dgm:spPr/>
    </dgm:pt>
    <dgm:pt modelId="{FBB1720E-3042-4DE4-9377-D6A3997ED95E}" type="pres">
      <dgm:prSet presAssocID="{ECC1F5C5-EF68-4F8D-9656-825E093604DE}" presName="vert1" presStyleCnt="0"/>
      <dgm:spPr/>
    </dgm:pt>
    <dgm:pt modelId="{F000F909-77E7-46DC-91C2-324CCE2922CF}" type="pres">
      <dgm:prSet presAssocID="{B6AF5356-4238-4B52-9B6C-DDCB32A2DADD}" presName="thickLine" presStyleLbl="alignNode1" presStyleIdx="6" presStyleCnt="10"/>
      <dgm:spPr/>
    </dgm:pt>
    <dgm:pt modelId="{70F4ACB7-26E9-4D3B-B50D-412E7A62AB67}" type="pres">
      <dgm:prSet presAssocID="{B6AF5356-4238-4B52-9B6C-DDCB32A2DADD}" presName="horz1" presStyleCnt="0"/>
      <dgm:spPr/>
    </dgm:pt>
    <dgm:pt modelId="{49CFD5E1-F34F-40D8-A750-E77E14EC6751}" type="pres">
      <dgm:prSet presAssocID="{B6AF5356-4238-4B52-9B6C-DDCB32A2DADD}" presName="tx1" presStyleLbl="revTx" presStyleIdx="6" presStyleCnt="10"/>
      <dgm:spPr/>
    </dgm:pt>
    <dgm:pt modelId="{BF7CC468-772A-48A0-8161-CB1C0C23CE73}" type="pres">
      <dgm:prSet presAssocID="{B6AF5356-4238-4B52-9B6C-DDCB32A2DADD}" presName="vert1" presStyleCnt="0"/>
      <dgm:spPr/>
    </dgm:pt>
    <dgm:pt modelId="{116E0DE2-B2FB-48E6-91F8-993FD0A66713}" type="pres">
      <dgm:prSet presAssocID="{33F01C68-D90F-4340-96BF-CAF7A23E7BA1}" presName="thickLine" presStyleLbl="alignNode1" presStyleIdx="7" presStyleCnt="10"/>
      <dgm:spPr/>
    </dgm:pt>
    <dgm:pt modelId="{44E742BF-9EB0-49F6-B418-1FEA01D9D61A}" type="pres">
      <dgm:prSet presAssocID="{33F01C68-D90F-4340-96BF-CAF7A23E7BA1}" presName="horz1" presStyleCnt="0"/>
      <dgm:spPr/>
    </dgm:pt>
    <dgm:pt modelId="{B71D72A8-D732-433A-81B9-49AC3D0EE09E}" type="pres">
      <dgm:prSet presAssocID="{33F01C68-D90F-4340-96BF-CAF7A23E7BA1}" presName="tx1" presStyleLbl="revTx" presStyleIdx="7" presStyleCnt="10"/>
      <dgm:spPr/>
    </dgm:pt>
    <dgm:pt modelId="{0CBA3FB6-ADBC-4FDE-AD65-868E89834CB4}" type="pres">
      <dgm:prSet presAssocID="{33F01C68-D90F-4340-96BF-CAF7A23E7BA1}" presName="vert1" presStyleCnt="0"/>
      <dgm:spPr/>
    </dgm:pt>
    <dgm:pt modelId="{E0823561-5E75-4CDD-9E8E-96D0B3F7D94E}" type="pres">
      <dgm:prSet presAssocID="{1B9BE3FD-6E46-45D1-89CB-4F4FF3045D17}" presName="thickLine" presStyleLbl="alignNode1" presStyleIdx="8" presStyleCnt="10"/>
      <dgm:spPr/>
    </dgm:pt>
    <dgm:pt modelId="{2AB50935-9571-4467-912E-52071BE3213F}" type="pres">
      <dgm:prSet presAssocID="{1B9BE3FD-6E46-45D1-89CB-4F4FF3045D17}" presName="horz1" presStyleCnt="0"/>
      <dgm:spPr/>
    </dgm:pt>
    <dgm:pt modelId="{0CAFE53B-8C5B-4485-B3D7-79F012B7F070}" type="pres">
      <dgm:prSet presAssocID="{1B9BE3FD-6E46-45D1-89CB-4F4FF3045D17}" presName="tx1" presStyleLbl="revTx" presStyleIdx="8" presStyleCnt="10"/>
      <dgm:spPr/>
    </dgm:pt>
    <dgm:pt modelId="{1DBA27E9-B137-4B36-80D8-A54A990BEE40}" type="pres">
      <dgm:prSet presAssocID="{1B9BE3FD-6E46-45D1-89CB-4F4FF3045D17}" presName="vert1" presStyleCnt="0"/>
      <dgm:spPr/>
    </dgm:pt>
    <dgm:pt modelId="{AC0618BA-6C34-4963-B9ED-D081438E7B7A}" type="pres">
      <dgm:prSet presAssocID="{7F745495-879B-49FB-944F-9447D7986BC1}" presName="thickLine" presStyleLbl="alignNode1" presStyleIdx="9" presStyleCnt="10"/>
      <dgm:spPr/>
    </dgm:pt>
    <dgm:pt modelId="{981805A3-02ED-4954-B71A-94373733D091}" type="pres">
      <dgm:prSet presAssocID="{7F745495-879B-49FB-944F-9447D7986BC1}" presName="horz1" presStyleCnt="0"/>
      <dgm:spPr/>
    </dgm:pt>
    <dgm:pt modelId="{D507A5AC-28E6-4EA3-A569-6007EE519E25}" type="pres">
      <dgm:prSet presAssocID="{7F745495-879B-49FB-944F-9447D7986BC1}" presName="tx1" presStyleLbl="revTx" presStyleIdx="9" presStyleCnt="10"/>
      <dgm:spPr/>
    </dgm:pt>
    <dgm:pt modelId="{139B9D3B-E2AD-4B13-BEB9-FC8A16DCDA5A}" type="pres">
      <dgm:prSet presAssocID="{7F745495-879B-49FB-944F-9447D7986BC1}" presName="vert1" presStyleCnt="0"/>
      <dgm:spPr/>
    </dgm:pt>
  </dgm:ptLst>
  <dgm:cxnLst>
    <dgm:cxn modelId="{543E9509-A444-4D74-9C79-B94C42E41C03}" srcId="{CFBE3984-FEEF-4061-B785-88B70D679236}" destId="{7F745495-879B-49FB-944F-9447D7986BC1}" srcOrd="9" destOrd="0" parTransId="{B9611773-8384-460D-824E-C34AA585CC1E}" sibTransId="{850CE795-4CD8-456E-AC8F-BCAEB4DFB522}"/>
    <dgm:cxn modelId="{F9A46A1B-7077-4EFB-9CE1-8FCCE86BA85B}" srcId="{CFBE3984-FEEF-4061-B785-88B70D679236}" destId="{037EDFDC-FCD5-431A-8956-E8F1BC9CD7E1}" srcOrd="3" destOrd="0" parTransId="{38F9106A-9E5C-4647-8EA9-B0A1F30B2454}" sibTransId="{A381869F-0329-4812-9ECA-D43D0F5086F4}"/>
    <dgm:cxn modelId="{A8C72C28-169A-4E10-BB93-0C609F0964AA}" srcId="{CFBE3984-FEEF-4061-B785-88B70D679236}" destId="{ECC1F5C5-EF68-4F8D-9656-825E093604DE}" srcOrd="5" destOrd="0" parTransId="{FAF9DC04-962C-4DB4-AA09-5E6057202DA6}" sibTransId="{5E1BD24E-62FE-4170-A7BB-6176ECE7ACB4}"/>
    <dgm:cxn modelId="{F54CBC3F-8BC0-45E8-8244-34BED2899F25}" srcId="{CFBE3984-FEEF-4061-B785-88B70D679236}" destId="{43DD2381-D94B-4F87-96E5-CD335D5E0C3A}" srcOrd="4" destOrd="0" parTransId="{4C3F8778-1BBA-44B6-B414-9E8867CD85C5}" sibTransId="{7B5B8132-C556-436B-8A69-132826007B41}"/>
    <dgm:cxn modelId="{ACF50A5C-534C-41EC-8EAA-F3A21213F1FE}" srcId="{CFBE3984-FEEF-4061-B785-88B70D679236}" destId="{B6AF5356-4238-4B52-9B6C-DDCB32A2DADD}" srcOrd="6" destOrd="0" parTransId="{4D782569-A4A0-42E9-A77A-C2B24FD42B5B}" sibTransId="{7A1059F7-B9E1-41DA-AAE1-E21520224FCF}"/>
    <dgm:cxn modelId="{7B7ED062-E1C1-457E-B377-25070055992A}" srcId="{CFBE3984-FEEF-4061-B785-88B70D679236}" destId="{C79F79E7-D27F-45AF-93E2-432AF851F9EE}" srcOrd="0" destOrd="0" parTransId="{DF0513ED-C07F-4F13-B63F-F1E4EE362601}" sibTransId="{FFD88390-6332-4D0D-8D07-AA50A652DB8D}"/>
    <dgm:cxn modelId="{F5332469-147E-4506-9DBA-3F7E515FC53E}" type="presOf" srcId="{037EDFDC-FCD5-431A-8956-E8F1BC9CD7E1}" destId="{3EBDFEA4-4902-423E-8DE9-6F826CED4376}" srcOrd="0" destOrd="0" presId="urn:microsoft.com/office/officeart/2008/layout/LinedList"/>
    <dgm:cxn modelId="{6B62736B-3455-4107-872B-D0BEBCD78197}" type="presOf" srcId="{ECC1F5C5-EF68-4F8D-9656-825E093604DE}" destId="{3B44E302-0790-44B7-927F-BFC709F22F06}" srcOrd="0" destOrd="0" presId="urn:microsoft.com/office/officeart/2008/layout/LinedList"/>
    <dgm:cxn modelId="{FE7D1C4D-96E1-4597-90F0-C4C0BE8C69BC}" type="presOf" srcId="{C79F79E7-D27F-45AF-93E2-432AF851F9EE}" destId="{247287C5-F964-4453-A784-2D35FC45821D}" srcOrd="0" destOrd="0" presId="urn:microsoft.com/office/officeart/2008/layout/LinedList"/>
    <dgm:cxn modelId="{FAF33570-292E-4B14-A795-4BE66072069F}" type="presOf" srcId="{D373D0DF-8E72-4E1E-99C9-DC278EFC3061}" destId="{DC27D60F-D25B-4089-8B2D-0177D5EAB55B}" srcOrd="0" destOrd="0" presId="urn:microsoft.com/office/officeart/2008/layout/LinedList"/>
    <dgm:cxn modelId="{9391CE8A-7143-4812-B20A-D08716AA4250}" type="presOf" srcId="{B6AF5356-4238-4B52-9B6C-DDCB32A2DADD}" destId="{49CFD5E1-F34F-40D8-A750-E77E14EC6751}" srcOrd="0" destOrd="0" presId="urn:microsoft.com/office/officeart/2008/layout/LinedList"/>
    <dgm:cxn modelId="{5FE41F93-EB1D-4B37-9AE9-E6F187A11511}" type="presOf" srcId="{1B9BE3FD-6E46-45D1-89CB-4F4FF3045D17}" destId="{0CAFE53B-8C5B-4485-B3D7-79F012B7F070}" srcOrd="0" destOrd="0" presId="urn:microsoft.com/office/officeart/2008/layout/LinedList"/>
    <dgm:cxn modelId="{2DB39DA5-ECC2-4718-913E-77E0E14AE2D3}" type="presOf" srcId="{43DD2381-D94B-4F87-96E5-CD335D5E0C3A}" destId="{08FEAD63-0917-458E-AEF7-F78C1E012FEE}" srcOrd="0" destOrd="0" presId="urn:microsoft.com/office/officeart/2008/layout/LinedList"/>
    <dgm:cxn modelId="{171F7CA8-DEE3-4C0C-A53D-3683B768D0AA}" type="presOf" srcId="{CFBE3984-FEEF-4061-B785-88B70D679236}" destId="{DA4B17B1-C42F-409D-9C50-1616943DF510}" srcOrd="0" destOrd="0" presId="urn:microsoft.com/office/officeart/2008/layout/LinedList"/>
    <dgm:cxn modelId="{8A077ABE-EB7C-4CB6-ACAA-FCE9998E3EB7}" type="presOf" srcId="{3899B005-ED55-4CE8-9463-F7B1200F330B}" destId="{E09550C9-3E27-45A8-87F5-9D2762D1FA3D}" srcOrd="0" destOrd="0" presId="urn:microsoft.com/office/officeart/2008/layout/LinedList"/>
    <dgm:cxn modelId="{924F78D8-2083-4673-9385-1AB2D570B255}" srcId="{CFBE3984-FEEF-4061-B785-88B70D679236}" destId="{3899B005-ED55-4CE8-9463-F7B1200F330B}" srcOrd="1" destOrd="0" parTransId="{0787627A-F3CA-4575-9323-A78FE8A996AF}" sibTransId="{2AE25B39-D60F-4A01-B0AB-DCEA2085B708}"/>
    <dgm:cxn modelId="{89C141DE-B6DA-42D2-833C-4BFF8A094859}" type="presOf" srcId="{33F01C68-D90F-4340-96BF-CAF7A23E7BA1}" destId="{B71D72A8-D732-433A-81B9-49AC3D0EE09E}" srcOrd="0" destOrd="0" presId="urn:microsoft.com/office/officeart/2008/layout/LinedList"/>
    <dgm:cxn modelId="{ABFB7CDF-EE96-49EB-9974-95C16D4B7488}" type="presOf" srcId="{7F745495-879B-49FB-944F-9447D7986BC1}" destId="{D507A5AC-28E6-4EA3-A569-6007EE519E25}" srcOrd="0" destOrd="0" presId="urn:microsoft.com/office/officeart/2008/layout/LinedList"/>
    <dgm:cxn modelId="{42FA32E1-3F0E-459A-B297-1E16E103C503}" srcId="{CFBE3984-FEEF-4061-B785-88B70D679236}" destId="{33F01C68-D90F-4340-96BF-CAF7A23E7BA1}" srcOrd="7" destOrd="0" parTransId="{DB698C2E-1C2C-47BA-AE0B-49697F0191D9}" sibTransId="{B566E8FC-E2BD-4D8B-95E9-C8A34743C179}"/>
    <dgm:cxn modelId="{7D6081F1-5E20-4779-8AC2-70B567ED5E7E}" srcId="{CFBE3984-FEEF-4061-B785-88B70D679236}" destId="{1B9BE3FD-6E46-45D1-89CB-4F4FF3045D17}" srcOrd="8" destOrd="0" parTransId="{86069E49-3E50-43FE-AB29-0846A39652FA}" sibTransId="{2F5069F2-3F90-435D-992E-542EDE5343EC}"/>
    <dgm:cxn modelId="{077BACF6-1C5B-4C73-ACD0-2188954A76C9}" srcId="{CFBE3984-FEEF-4061-B785-88B70D679236}" destId="{D373D0DF-8E72-4E1E-99C9-DC278EFC3061}" srcOrd="2" destOrd="0" parTransId="{B8E6A288-6932-4EF2-BB3E-67537EFC588A}" sibTransId="{CA1F8D20-6937-424B-920F-9D0D298DC08E}"/>
    <dgm:cxn modelId="{585AEDE0-F370-4F50-8DFB-E03F971FF6C0}" type="presParOf" srcId="{DA4B17B1-C42F-409D-9C50-1616943DF510}" destId="{2A0BAFF6-EE38-43CD-A988-ECE46CBCF93B}" srcOrd="0" destOrd="0" presId="urn:microsoft.com/office/officeart/2008/layout/LinedList"/>
    <dgm:cxn modelId="{9552ABC7-4577-42CA-99CE-7EC8DB62AFE2}" type="presParOf" srcId="{DA4B17B1-C42F-409D-9C50-1616943DF510}" destId="{81C7EEC2-55CB-4AA8-87A1-A1DB8D156AD8}" srcOrd="1" destOrd="0" presId="urn:microsoft.com/office/officeart/2008/layout/LinedList"/>
    <dgm:cxn modelId="{D451628F-7A62-4F05-8549-8C276B05EB5F}" type="presParOf" srcId="{81C7EEC2-55CB-4AA8-87A1-A1DB8D156AD8}" destId="{247287C5-F964-4453-A784-2D35FC45821D}" srcOrd="0" destOrd="0" presId="urn:microsoft.com/office/officeart/2008/layout/LinedList"/>
    <dgm:cxn modelId="{313F0634-6DB1-4269-AB46-431E87069135}" type="presParOf" srcId="{81C7EEC2-55CB-4AA8-87A1-A1DB8D156AD8}" destId="{84CF21C9-4558-4714-8EFC-C4B3DF973846}" srcOrd="1" destOrd="0" presId="urn:microsoft.com/office/officeart/2008/layout/LinedList"/>
    <dgm:cxn modelId="{5155A26E-1C04-486A-A291-08B13A1FA039}" type="presParOf" srcId="{DA4B17B1-C42F-409D-9C50-1616943DF510}" destId="{EA0B8DDB-5587-427A-9E84-04617AD78ED9}" srcOrd="2" destOrd="0" presId="urn:microsoft.com/office/officeart/2008/layout/LinedList"/>
    <dgm:cxn modelId="{1CB9A400-0BC4-477F-9424-0ED8587BAE5A}" type="presParOf" srcId="{DA4B17B1-C42F-409D-9C50-1616943DF510}" destId="{2A5C07CE-D282-4847-A583-7987AB37B0BF}" srcOrd="3" destOrd="0" presId="urn:microsoft.com/office/officeart/2008/layout/LinedList"/>
    <dgm:cxn modelId="{D552491A-390A-45F3-B43A-F7AAC3671E5A}" type="presParOf" srcId="{2A5C07CE-D282-4847-A583-7987AB37B0BF}" destId="{E09550C9-3E27-45A8-87F5-9D2762D1FA3D}" srcOrd="0" destOrd="0" presId="urn:microsoft.com/office/officeart/2008/layout/LinedList"/>
    <dgm:cxn modelId="{C5EC7B28-519E-48E8-85A3-0DAFE55F57BE}" type="presParOf" srcId="{2A5C07CE-D282-4847-A583-7987AB37B0BF}" destId="{1CB93F59-E094-483D-B4B8-B446A101BAE1}" srcOrd="1" destOrd="0" presId="urn:microsoft.com/office/officeart/2008/layout/LinedList"/>
    <dgm:cxn modelId="{ED2F4A14-ECBB-4686-837A-C044A3819AEA}" type="presParOf" srcId="{DA4B17B1-C42F-409D-9C50-1616943DF510}" destId="{8392F097-C9BE-44F1-8477-4A1F6F998385}" srcOrd="4" destOrd="0" presId="urn:microsoft.com/office/officeart/2008/layout/LinedList"/>
    <dgm:cxn modelId="{93508278-0416-4178-8086-EF5849CC3A97}" type="presParOf" srcId="{DA4B17B1-C42F-409D-9C50-1616943DF510}" destId="{C5269717-78D4-4183-B333-3DDF5A4F3F95}" srcOrd="5" destOrd="0" presId="urn:microsoft.com/office/officeart/2008/layout/LinedList"/>
    <dgm:cxn modelId="{EF10139C-30A1-4373-887C-BEEC2C8A3630}" type="presParOf" srcId="{C5269717-78D4-4183-B333-3DDF5A4F3F95}" destId="{DC27D60F-D25B-4089-8B2D-0177D5EAB55B}" srcOrd="0" destOrd="0" presId="urn:microsoft.com/office/officeart/2008/layout/LinedList"/>
    <dgm:cxn modelId="{7B47BE06-E849-41FB-BDD6-9AC48B4067BD}" type="presParOf" srcId="{C5269717-78D4-4183-B333-3DDF5A4F3F95}" destId="{88243EE0-2800-4709-9DBA-4295F866B310}" srcOrd="1" destOrd="0" presId="urn:microsoft.com/office/officeart/2008/layout/LinedList"/>
    <dgm:cxn modelId="{E2C3CFFA-1B88-4BAB-855A-F521EEC153FE}" type="presParOf" srcId="{DA4B17B1-C42F-409D-9C50-1616943DF510}" destId="{53EB6163-C2E5-49C0-8FC8-F43EF6EB597F}" srcOrd="6" destOrd="0" presId="urn:microsoft.com/office/officeart/2008/layout/LinedList"/>
    <dgm:cxn modelId="{D54E5BC6-CB48-4335-9C9F-72978E1BF6F6}" type="presParOf" srcId="{DA4B17B1-C42F-409D-9C50-1616943DF510}" destId="{2FAE6034-4C9C-43A8-B0B7-7307DD55D904}" srcOrd="7" destOrd="0" presId="urn:microsoft.com/office/officeart/2008/layout/LinedList"/>
    <dgm:cxn modelId="{E585CE8A-619A-4DDC-AE35-57DB79160892}" type="presParOf" srcId="{2FAE6034-4C9C-43A8-B0B7-7307DD55D904}" destId="{3EBDFEA4-4902-423E-8DE9-6F826CED4376}" srcOrd="0" destOrd="0" presId="urn:microsoft.com/office/officeart/2008/layout/LinedList"/>
    <dgm:cxn modelId="{BED6EE51-683E-4F1A-8A5D-09D5D690C3C7}" type="presParOf" srcId="{2FAE6034-4C9C-43A8-B0B7-7307DD55D904}" destId="{48436828-6A67-4254-997A-97F07931AFBC}" srcOrd="1" destOrd="0" presId="urn:microsoft.com/office/officeart/2008/layout/LinedList"/>
    <dgm:cxn modelId="{EFA7FB1D-8802-4E24-9B4A-DE8E6994B9ED}" type="presParOf" srcId="{DA4B17B1-C42F-409D-9C50-1616943DF510}" destId="{A9D3410F-D863-4E48-8ECC-59EB1F186C66}" srcOrd="8" destOrd="0" presId="urn:microsoft.com/office/officeart/2008/layout/LinedList"/>
    <dgm:cxn modelId="{08E81C42-E74F-48B1-98A8-87DAA9FCE772}" type="presParOf" srcId="{DA4B17B1-C42F-409D-9C50-1616943DF510}" destId="{05F7D03D-A8A5-46B2-9AEE-941582EA4DDA}" srcOrd="9" destOrd="0" presId="urn:microsoft.com/office/officeart/2008/layout/LinedList"/>
    <dgm:cxn modelId="{581C005F-55F9-482E-894D-CA0C2BECC7A7}" type="presParOf" srcId="{05F7D03D-A8A5-46B2-9AEE-941582EA4DDA}" destId="{08FEAD63-0917-458E-AEF7-F78C1E012FEE}" srcOrd="0" destOrd="0" presId="urn:microsoft.com/office/officeart/2008/layout/LinedList"/>
    <dgm:cxn modelId="{173924D4-E36F-4BBD-BC3C-7B6C99E1CEC6}" type="presParOf" srcId="{05F7D03D-A8A5-46B2-9AEE-941582EA4DDA}" destId="{4BADB540-AEB3-4B06-BB91-95BDE185F098}" srcOrd="1" destOrd="0" presId="urn:microsoft.com/office/officeart/2008/layout/LinedList"/>
    <dgm:cxn modelId="{32DD56FD-0619-4C03-BA13-8B70AF9C466A}" type="presParOf" srcId="{DA4B17B1-C42F-409D-9C50-1616943DF510}" destId="{4D9E0CE6-5A46-4378-AFFE-7A9C3C7A06B8}" srcOrd="10" destOrd="0" presId="urn:microsoft.com/office/officeart/2008/layout/LinedList"/>
    <dgm:cxn modelId="{44FB8853-B33D-43EC-AB22-BC2975935DE7}" type="presParOf" srcId="{DA4B17B1-C42F-409D-9C50-1616943DF510}" destId="{D94DC6F1-14DC-404C-B5D7-10D19E4A8964}" srcOrd="11" destOrd="0" presId="urn:microsoft.com/office/officeart/2008/layout/LinedList"/>
    <dgm:cxn modelId="{CFA1BDF3-8DBE-4169-ABDC-02A2C61444A9}" type="presParOf" srcId="{D94DC6F1-14DC-404C-B5D7-10D19E4A8964}" destId="{3B44E302-0790-44B7-927F-BFC709F22F06}" srcOrd="0" destOrd="0" presId="urn:microsoft.com/office/officeart/2008/layout/LinedList"/>
    <dgm:cxn modelId="{C0F2FAC3-25C6-4452-8F94-0CCB35B51A6D}" type="presParOf" srcId="{D94DC6F1-14DC-404C-B5D7-10D19E4A8964}" destId="{FBB1720E-3042-4DE4-9377-D6A3997ED95E}" srcOrd="1" destOrd="0" presId="urn:microsoft.com/office/officeart/2008/layout/LinedList"/>
    <dgm:cxn modelId="{E536E5B3-F224-4A60-9ABF-0CA568A9239D}" type="presParOf" srcId="{DA4B17B1-C42F-409D-9C50-1616943DF510}" destId="{F000F909-77E7-46DC-91C2-324CCE2922CF}" srcOrd="12" destOrd="0" presId="urn:microsoft.com/office/officeart/2008/layout/LinedList"/>
    <dgm:cxn modelId="{44C9191E-1034-4BE7-8570-2192B895DF76}" type="presParOf" srcId="{DA4B17B1-C42F-409D-9C50-1616943DF510}" destId="{70F4ACB7-26E9-4D3B-B50D-412E7A62AB67}" srcOrd="13" destOrd="0" presId="urn:microsoft.com/office/officeart/2008/layout/LinedList"/>
    <dgm:cxn modelId="{E787A01B-2EA0-4CDD-B37B-786C2DC4F39F}" type="presParOf" srcId="{70F4ACB7-26E9-4D3B-B50D-412E7A62AB67}" destId="{49CFD5E1-F34F-40D8-A750-E77E14EC6751}" srcOrd="0" destOrd="0" presId="urn:microsoft.com/office/officeart/2008/layout/LinedList"/>
    <dgm:cxn modelId="{A32B502D-ED27-48D0-AF17-A31B73269909}" type="presParOf" srcId="{70F4ACB7-26E9-4D3B-B50D-412E7A62AB67}" destId="{BF7CC468-772A-48A0-8161-CB1C0C23CE73}" srcOrd="1" destOrd="0" presId="urn:microsoft.com/office/officeart/2008/layout/LinedList"/>
    <dgm:cxn modelId="{1B4BE1F8-7596-4FB9-BF93-DE51F0934A79}" type="presParOf" srcId="{DA4B17B1-C42F-409D-9C50-1616943DF510}" destId="{116E0DE2-B2FB-48E6-91F8-993FD0A66713}" srcOrd="14" destOrd="0" presId="urn:microsoft.com/office/officeart/2008/layout/LinedList"/>
    <dgm:cxn modelId="{901BF931-506D-450F-9DE8-90F281699FC4}" type="presParOf" srcId="{DA4B17B1-C42F-409D-9C50-1616943DF510}" destId="{44E742BF-9EB0-49F6-B418-1FEA01D9D61A}" srcOrd="15" destOrd="0" presId="urn:microsoft.com/office/officeart/2008/layout/LinedList"/>
    <dgm:cxn modelId="{2F8D71F8-2B90-49D8-92B1-99AE4A62B0D2}" type="presParOf" srcId="{44E742BF-9EB0-49F6-B418-1FEA01D9D61A}" destId="{B71D72A8-D732-433A-81B9-49AC3D0EE09E}" srcOrd="0" destOrd="0" presId="urn:microsoft.com/office/officeart/2008/layout/LinedList"/>
    <dgm:cxn modelId="{E4054C53-7479-4E28-B281-B8865CA1B80A}" type="presParOf" srcId="{44E742BF-9EB0-49F6-B418-1FEA01D9D61A}" destId="{0CBA3FB6-ADBC-4FDE-AD65-868E89834CB4}" srcOrd="1" destOrd="0" presId="urn:microsoft.com/office/officeart/2008/layout/LinedList"/>
    <dgm:cxn modelId="{189C5956-FF02-40DE-AB1A-4E7116BD5D15}" type="presParOf" srcId="{DA4B17B1-C42F-409D-9C50-1616943DF510}" destId="{E0823561-5E75-4CDD-9E8E-96D0B3F7D94E}" srcOrd="16" destOrd="0" presId="urn:microsoft.com/office/officeart/2008/layout/LinedList"/>
    <dgm:cxn modelId="{D907CD2B-6FCD-4789-A134-BB555182294E}" type="presParOf" srcId="{DA4B17B1-C42F-409D-9C50-1616943DF510}" destId="{2AB50935-9571-4467-912E-52071BE3213F}" srcOrd="17" destOrd="0" presId="urn:microsoft.com/office/officeart/2008/layout/LinedList"/>
    <dgm:cxn modelId="{69897211-E30A-42E2-AC60-2DB676A1D4D1}" type="presParOf" srcId="{2AB50935-9571-4467-912E-52071BE3213F}" destId="{0CAFE53B-8C5B-4485-B3D7-79F012B7F070}" srcOrd="0" destOrd="0" presId="urn:microsoft.com/office/officeart/2008/layout/LinedList"/>
    <dgm:cxn modelId="{5A448D4E-9C82-4AD1-BA04-00E4DBE44D38}" type="presParOf" srcId="{2AB50935-9571-4467-912E-52071BE3213F}" destId="{1DBA27E9-B137-4B36-80D8-A54A990BEE40}" srcOrd="1" destOrd="0" presId="urn:microsoft.com/office/officeart/2008/layout/LinedList"/>
    <dgm:cxn modelId="{4A9E8D38-C9DC-47DF-95B6-486CEE010A1B}" type="presParOf" srcId="{DA4B17B1-C42F-409D-9C50-1616943DF510}" destId="{AC0618BA-6C34-4963-B9ED-D081438E7B7A}" srcOrd="18" destOrd="0" presId="urn:microsoft.com/office/officeart/2008/layout/LinedList"/>
    <dgm:cxn modelId="{47E39F5F-2DFE-4EC5-97F9-F1004CFBAFD7}" type="presParOf" srcId="{DA4B17B1-C42F-409D-9C50-1616943DF510}" destId="{981805A3-02ED-4954-B71A-94373733D091}" srcOrd="19" destOrd="0" presId="urn:microsoft.com/office/officeart/2008/layout/LinedList"/>
    <dgm:cxn modelId="{32A0B28A-2557-4E76-A4BD-ADC0A4AB091C}" type="presParOf" srcId="{981805A3-02ED-4954-B71A-94373733D091}" destId="{D507A5AC-28E6-4EA3-A569-6007EE519E25}" srcOrd="0" destOrd="0" presId="urn:microsoft.com/office/officeart/2008/layout/LinedList"/>
    <dgm:cxn modelId="{ADF40BE1-0CD9-4719-8DFE-1616AF91D004}" type="presParOf" srcId="{981805A3-02ED-4954-B71A-94373733D091}" destId="{139B9D3B-E2AD-4B13-BEB9-FC8A16DCDA5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A09C26-E25C-4EAF-8663-8CA5CB06F3A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3300CA1-9050-4191-9E5C-C62BD0B0F830}">
      <dgm:prSet/>
      <dgm:spPr/>
      <dgm:t>
        <a:bodyPr/>
        <a:lstStyle/>
        <a:p>
          <a:r>
            <a:rPr lang="en-US"/>
            <a:t>Reduced FPS after multimodal fusion (0.97 FPS)</a:t>
          </a:r>
        </a:p>
      </dgm:t>
    </dgm:pt>
    <dgm:pt modelId="{821291B4-C445-4C81-BDF0-F6E62DE04F60}" type="parTrans" cxnId="{9597FE9C-3CA9-45BB-A359-A8705F4447CC}">
      <dgm:prSet/>
      <dgm:spPr/>
      <dgm:t>
        <a:bodyPr/>
        <a:lstStyle/>
        <a:p>
          <a:endParaRPr lang="en-US"/>
        </a:p>
      </dgm:t>
    </dgm:pt>
    <dgm:pt modelId="{5C91CAB8-D0C8-4FDA-B489-8817D47221D7}" type="sibTrans" cxnId="{9597FE9C-3CA9-45BB-A359-A8705F4447CC}">
      <dgm:prSet/>
      <dgm:spPr/>
      <dgm:t>
        <a:bodyPr/>
        <a:lstStyle/>
        <a:p>
          <a:endParaRPr lang="en-US"/>
        </a:p>
      </dgm:t>
    </dgm:pt>
    <dgm:pt modelId="{00249C70-C58E-4609-B4AE-3E69CC0F8486}">
      <dgm:prSet/>
      <dgm:spPr/>
      <dgm:t>
        <a:bodyPr/>
        <a:lstStyle/>
        <a:p>
          <a:r>
            <a:rPr lang="en-US"/>
            <a:t>GPU-dependent for practical performance</a:t>
          </a:r>
        </a:p>
      </dgm:t>
    </dgm:pt>
    <dgm:pt modelId="{34DA4C40-2FFC-4054-80C9-B9408D420BB2}" type="parTrans" cxnId="{603DC14D-6AF6-466E-8562-B31AA04ED388}">
      <dgm:prSet/>
      <dgm:spPr/>
      <dgm:t>
        <a:bodyPr/>
        <a:lstStyle/>
        <a:p>
          <a:endParaRPr lang="en-US"/>
        </a:p>
      </dgm:t>
    </dgm:pt>
    <dgm:pt modelId="{0282A3D8-D48F-4955-954D-CF5FD0662E5C}" type="sibTrans" cxnId="{603DC14D-6AF6-466E-8562-B31AA04ED388}">
      <dgm:prSet/>
      <dgm:spPr/>
      <dgm:t>
        <a:bodyPr/>
        <a:lstStyle/>
        <a:p>
          <a:endParaRPr lang="en-US"/>
        </a:p>
      </dgm:t>
    </dgm:pt>
    <dgm:pt modelId="{63908088-426E-4083-9AF7-A107225A3D90}">
      <dgm:prSet/>
      <dgm:spPr/>
      <dgm:t>
        <a:bodyPr/>
        <a:lstStyle/>
        <a:p>
          <a:r>
            <a:rPr lang="en-US"/>
            <a:t>Class imbalance in road sign dataset</a:t>
          </a:r>
        </a:p>
      </dgm:t>
    </dgm:pt>
    <dgm:pt modelId="{58ABCCD1-8271-41BD-80C1-FEE694E7489C}" type="parTrans" cxnId="{051DD851-AE3E-4CC8-8190-23E711352757}">
      <dgm:prSet/>
      <dgm:spPr/>
      <dgm:t>
        <a:bodyPr/>
        <a:lstStyle/>
        <a:p>
          <a:endParaRPr lang="en-US"/>
        </a:p>
      </dgm:t>
    </dgm:pt>
    <dgm:pt modelId="{BF7BE323-07CE-4075-B161-0B64A91194E2}" type="sibTrans" cxnId="{051DD851-AE3E-4CC8-8190-23E711352757}">
      <dgm:prSet/>
      <dgm:spPr/>
      <dgm:t>
        <a:bodyPr/>
        <a:lstStyle/>
        <a:p>
          <a:endParaRPr lang="en-US"/>
        </a:p>
      </dgm:t>
    </dgm:pt>
    <dgm:pt modelId="{695928DA-10B1-4AFF-B568-D0BD7363F3FE}">
      <dgm:prSet/>
      <dgm:spPr/>
      <dgm:t>
        <a:bodyPr/>
        <a:lstStyle/>
        <a:p>
          <a:r>
            <a:rPr lang="en-US"/>
            <a:t>Low-light performance not extensively evaluated</a:t>
          </a:r>
        </a:p>
      </dgm:t>
    </dgm:pt>
    <dgm:pt modelId="{467D8493-1BEA-4884-AB18-D92351BF0DB3}" type="parTrans" cxnId="{21BDFF45-D064-4170-A9C6-13DF1CC71C38}">
      <dgm:prSet/>
      <dgm:spPr/>
      <dgm:t>
        <a:bodyPr/>
        <a:lstStyle/>
        <a:p>
          <a:endParaRPr lang="en-US"/>
        </a:p>
      </dgm:t>
    </dgm:pt>
    <dgm:pt modelId="{FE115336-3558-434B-9BBE-5BB60CE6E177}" type="sibTrans" cxnId="{21BDFF45-D064-4170-A9C6-13DF1CC71C38}">
      <dgm:prSet/>
      <dgm:spPr/>
      <dgm:t>
        <a:bodyPr/>
        <a:lstStyle/>
        <a:p>
          <a:endParaRPr lang="en-US"/>
        </a:p>
      </dgm:t>
    </dgm:pt>
    <dgm:pt modelId="{00D4F861-3054-4A36-A90D-1C65EC798D1D}">
      <dgm:prSet/>
      <dgm:spPr/>
      <dgm:t>
        <a:bodyPr/>
        <a:lstStyle/>
        <a:p>
          <a:r>
            <a:rPr lang="en-US"/>
            <a:t>No temporal smoothing for real-time video</a:t>
          </a:r>
        </a:p>
      </dgm:t>
    </dgm:pt>
    <dgm:pt modelId="{62D97D09-BF9E-4055-B7A5-B230ADA4DD25}" type="parTrans" cxnId="{F484F3A6-1E8A-4E88-ACD9-7F237EC386D1}">
      <dgm:prSet/>
      <dgm:spPr/>
      <dgm:t>
        <a:bodyPr/>
        <a:lstStyle/>
        <a:p>
          <a:endParaRPr lang="en-US"/>
        </a:p>
      </dgm:t>
    </dgm:pt>
    <dgm:pt modelId="{964D6FEB-992A-4156-B479-F1FDCA991E22}" type="sibTrans" cxnId="{F484F3A6-1E8A-4E88-ACD9-7F237EC386D1}">
      <dgm:prSet/>
      <dgm:spPr/>
      <dgm:t>
        <a:bodyPr/>
        <a:lstStyle/>
        <a:p>
          <a:endParaRPr lang="en-US"/>
        </a:p>
      </dgm:t>
    </dgm:pt>
    <dgm:pt modelId="{A26E8D70-C06F-4D4D-9E2E-4A4B1E599DAD}" type="pres">
      <dgm:prSet presAssocID="{7BA09C26-E25C-4EAF-8663-8CA5CB06F3AF}" presName="root" presStyleCnt="0">
        <dgm:presLayoutVars>
          <dgm:dir/>
          <dgm:resizeHandles val="exact"/>
        </dgm:presLayoutVars>
      </dgm:prSet>
      <dgm:spPr/>
    </dgm:pt>
    <dgm:pt modelId="{AE3FB02E-52B2-4A2F-85B2-AF14F989EECB}" type="pres">
      <dgm:prSet presAssocID="{13300CA1-9050-4191-9E5C-C62BD0B0F830}" presName="compNode" presStyleCnt="0"/>
      <dgm:spPr/>
    </dgm:pt>
    <dgm:pt modelId="{0AEAE25E-F4E8-41C7-9FB1-D4CFB41EBCE4}" type="pres">
      <dgm:prSet presAssocID="{13300CA1-9050-4191-9E5C-C62BD0B0F830}" presName="bgRect" presStyleLbl="bgShp" presStyleIdx="0" presStyleCnt="5"/>
      <dgm:spPr/>
    </dgm:pt>
    <dgm:pt modelId="{5E9EEE14-6743-4246-87AE-7208D153C1AB}" type="pres">
      <dgm:prSet presAssocID="{13300CA1-9050-4191-9E5C-C62BD0B0F83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27A2EE56-7D15-4878-A3F6-3348B342EC30}" type="pres">
      <dgm:prSet presAssocID="{13300CA1-9050-4191-9E5C-C62BD0B0F830}" presName="spaceRect" presStyleCnt="0"/>
      <dgm:spPr/>
    </dgm:pt>
    <dgm:pt modelId="{C0C84800-757A-424B-8F14-E22B4C5A09D5}" type="pres">
      <dgm:prSet presAssocID="{13300CA1-9050-4191-9E5C-C62BD0B0F830}" presName="parTx" presStyleLbl="revTx" presStyleIdx="0" presStyleCnt="5">
        <dgm:presLayoutVars>
          <dgm:chMax val="0"/>
          <dgm:chPref val="0"/>
        </dgm:presLayoutVars>
      </dgm:prSet>
      <dgm:spPr/>
    </dgm:pt>
    <dgm:pt modelId="{5C408E29-1BFA-4D1F-8718-A388DD7E3374}" type="pres">
      <dgm:prSet presAssocID="{5C91CAB8-D0C8-4FDA-B489-8817D47221D7}" presName="sibTrans" presStyleCnt="0"/>
      <dgm:spPr/>
    </dgm:pt>
    <dgm:pt modelId="{464ACEF0-422B-437B-9F15-F98748A9A26A}" type="pres">
      <dgm:prSet presAssocID="{00249C70-C58E-4609-B4AE-3E69CC0F8486}" presName="compNode" presStyleCnt="0"/>
      <dgm:spPr/>
    </dgm:pt>
    <dgm:pt modelId="{772CE8D8-DFC3-40D1-A959-DBC3DDAD0F30}" type="pres">
      <dgm:prSet presAssocID="{00249C70-C58E-4609-B4AE-3E69CC0F8486}" presName="bgRect" presStyleLbl="bgShp" presStyleIdx="1" presStyleCnt="5"/>
      <dgm:spPr/>
    </dgm:pt>
    <dgm:pt modelId="{1016401D-CEAD-483B-A8E3-665CFE55F7A8}" type="pres">
      <dgm:prSet presAssocID="{00249C70-C58E-4609-B4AE-3E69CC0F848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E94EA05C-7E11-4589-8F4B-274C2980C19C}" type="pres">
      <dgm:prSet presAssocID="{00249C70-C58E-4609-B4AE-3E69CC0F8486}" presName="spaceRect" presStyleCnt="0"/>
      <dgm:spPr/>
    </dgm:pt>
    <dgm:pt modelId="{A1159D7A-0AFF-413C-8502-604D2311D1E9}" type="pres">
      <dgm:prSet presAssocID="{00249C70-C58E-4609-B4AE-3E69CC0F8486}" presName="parTx" presStyleLbl="revTx" presStyleIdx="1" presStyleCnt="5">
        <dgm:presLayoutVars>
          <dgm:chMax val="0"/>
          <dgm:chPref val="0"/>
        </dgm:presLayoutVars>
      </dgm:prSet>
      <dgm:spPr/>
    </dgm:pt>
    <dgm:pt modelId="{6BDF3349-9FEB-4BB9-BA23-554D170C1046}" type="pres">
      <dgm:prSet presAssocID="{0282A3D8-D48F-4955-954D-CF5FD0662E5C}" presName="sibTrans" presStyleCnt="0"/>
      <dgm:spPr/>
    </dgm:pt>
    <dgm:pt modelId="{B5F4DED7-8B92-4705-920F-C57D621B3C55}" type="pres">
      <dgm:prSet presAssocID="{63908088-426E-4083-9AF7-A107225A3D90}" presName="compNode" presStyleCnt="0"/>
      <dgm:spPr/>
    </dgm:pt>
    <dgm:pt modelId="{4616AB4B-7E12-4777-A908-4EB80353BEFF}" type="pres">
      <dgm:prSet presAssocID="{63908088-426E-4083-9AF7-A107225A3D90}" presName="bgRect" presStyleLbl="bgShp" presStyleIdx="2" presStyleCnt="5"/>
      <dgm:spPr/>
    </dgm:pt>
    <dgm:pt modelId="{015F85C4-7FC0-4841-B996-A09FD874E382}" type="pres">
      <dgm:prSet presAssocID="{63908088-426E-4083-9AF7-A107225A3D9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7FBD066-1E3F-4757-8A53-AB25F6CC9C6C}" type="pres">
      <dgm:prSet presAssocID="{63908088-426E-4083-9AF7-A107225A3D90}" presName="spaceRect" presStyleCnt="0"/>
      <dgm:spPr/>
    </dgm:pt>
    <dgm:pt modelId="{91C618E2-DDB1-4DE7-8667-FB591EA6EB6E}" type="pres">
      <dgm:prSet presAssocID="{63908088-426E-4083-9AF7-A107225A3D90}" presName="parTx" presStyleLbl="revTx" presStyleIdx="2" presStyleCnt="5">
        <dgm:presLayoutVars>
          <dgm:chMax val="0"/>
          <dgm:chPref val="0"/>
        </dgm:presLayoutVars>
      </dgm:prSet>
      <dgm:spPr/>
    </dgm:pt>
    <dgm:pt modelId="{BEBBF0C4-0EB3-4001-B3E1-D887FA7EADF4}" type="pres">
      <dgm:prSet presAssocID="{BF7BE323-07CE-4075-B161-0B64A91194E2}" presName="sibTrans" presStyleCnt="0"/>
      <dgm:spPr/>
    </dgm:pt>
    <dgm:pt modelId="{492B2DB7-BDED-4389-BAFC-BAF6575FEE1B}" type="pres">
      <dgm:prSet presAssocID="{695928DA-10B1-4AFF-B568-D0BD7363F3FE}" presName="compNode" presStyleCnt="0"/>
      <dgm:spPr/>
    </dgm:pt>
    <dgm:pt modelId="{C5C74B0D-EC9A-403A-862D-5C2F50913529}" type="pres">
      <dgm:prSet presAssocID="{695928DA-10B1-4AFF-B568-D0BD7363F3FE}" presName="bgRect" presStyleLbl="bgShp" presStyleIdx="3" presStyleCnt="5"/>
      <dgm:spPr/>
    </dgm:pt>
    <dgm:pt modelId="{BD765FF5-936B-4C83-9C13-693ECAA9C890}" type="pres">
      <dgm:prSet presAssocID="{695928DA-10B1-4AFF-B568-D0BD7363F3F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D5634FDF-8B0A-45E6-89F3-96BA917E1E59}" type="pres">
      <dgm:prSet presAssocID="{695928DA-10B1-4AFF-B568-D0BD7363F3FE}" presName="spaceRect" presStyleCnt="0"/>
      <dgm:spPr/>
    </dgm:pt>
    <dgm:pt modelId="{BD0AD96A-8EE3-49F4-8D03-D32B0266D6AB}" type="pres">
      <dgm:prSet presAssocID="{695928DA-10B1-4AFF-B568-D0BD7363F3FE}" presName="parTx" presStyleLbl="revTx" presStyleIdx="3" presStyleCnt="5">
        <dgm:presLayoutVars>
          <dgm:chMax val="0"/>
          <dgm:chPref val="0"/>
        </dgm:presLayoutVars>
      </dgm:prSet>
      <dgm:spPr/>
    </dgm:pt>
    <dgm:pt modelId="{D416263D-8A05-404E-B100-20FE254B4566}" type="pres">
      <dgm:prSet presAssocID="{FE115336-3558-434B-9BBE-5BB60CE6E177}" presName="sibTrans" presStyleCnt="0"/>
      <dgm:spPr/>
    </dgm:pt>
    <dgm:pt modelId="{B6A17889-E8A7-4074-9543-F5A4F3430914}" type="pres">
      <dgm:prSet presAssocID="{00D4F861-3054-4A36-A90D-1C65EC798D1D}" presName="compNode" presStyleCnt="0"/>
      <dgm:spPr/>
    </dgm:pt>
    <dgm:pt modelId="{6B87FE68-F3D0-4C17-AA0F-2EC133F54113}" type="pres">
      <dgm:prSet presAssocID="{00D4F861-3054-4A36-A90D-1C65EC798D1D}" presName="bgRect" presStyleLbl="bgShp" presStyleIdx="4" presStyleCnt="5"/>
      <dgm:spPr/>
    </dgm:pt>
    <dgm:pt modelId="{00CF300A-2AC9-4C86-BC9A-9BB0E0E3C032}" type="pres">
      <dgm:prSet presAssocID="{00D4F861-3054-4A36-A90D-1C65EC798D1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42CD198-122F-4A7D-B0D6-A17DC188630A}" type="pres">
      <dgm:prSet presAssocID="{00D4F861-3054-4A36-A90D-1C65EC798D1D}" presName="spaceRect" presStyleCnt="0"/>
      <dgm:spPr/>
    </dgm:pt>
    <dgm:pt modelId="{9307A44A-9EB4-4A28-8AAD-6C2B485C687B}" type="pres">
      <dgm:prSet presAssocID="{00D4F861-3054-4A36-A90D-1C65EC798D1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854A834-50F5-4017-982B-B4DBDA4D1F4A}" type="presOf" srcId="{695928DA-10B1-4AFF-B568-D0BD7363F3FE}" destId="{BD0AD96A-8EE3-49F4-8D03-D32B0266D6AB}" srcOrd="0" destOrd="0" presId="urn:microsoft.com/office/officeart/2018/2/layout/IconVerticalSolidList"/>
    <dgm:cxn modelId="{21BDFF45-D064-4170-A9C6-13DF1CC71C38}" srcId="{7BA09C26-E25C-4EAF-8663-8CA5CB06F3AF}" destId="{695928DA-10B1-4AFF-B568-D0BD7363F3FE}" srcOrd="3" destOrd="0" parTransId="{467D8493-1BEA-4884-AB18-D92351BF0DB3}" sibTransId="{FE115336-3558-434B-9BBE-5BB60CE6E177}"/>
    <dgm:cxn modelId="{603DC14D-6AF6-466E-8562-B31AA04ED388}" srcId="{7BA09C26-E25C-4EAF-8663-8CA5CB06F3AF}" destId="{00249C70-C58E-4609-B4AE-3E69CC0F8486}" srcOrd="1" destOrd="0" parTransId="{34DA4C40-2FFC-4054-80C9-B9408D420BB2}" sibTransId="{0282A3D8-D48F-4955-954D-CF5FD0662E5C}"/>
    <dgm:cxn modelId="{051DD851-AE3E-4CC8-8190-23E711352757}" srcId="{7BA09C26-E25C-4EAF-8663-8CA5CB06F3AF}" destId="{63908088-426E-4083-9AF7-A107225A3D90}" srcOrd="2" destOrd="0" parTransId="{58ABCCD1-8271-41BD-80C1-FEE694E7489C}" sibTransId="{BF7BE323-07CE-4075-B161-0B64A91194E2}"/>
    <dgm:cxn modelId="{0C7EFB7A-6EB5-4840-976B-0949CE661B63}" type="presOf" srcId="{00D4F861-3054-4A36-A90D-1C65EC798D1D}" destId="{9307A44A-9EB4-4A28-8AAD-6C2B485C687B}" srcOrd="0" destOrd="0" presId="urn:microsoft.com/office/officeart/2018/2/layout/IconVerticalSolidList"/>
    <dgm:cxn modelId="{63819390-430F-45E8-96B2-1A4A0A65D0CF}" type="presOf" srcId="{63908088-426E-4083-9AF7-A107225A3D90}" destId="{91C618E2-DDB1-4DE7-8667-FB591EA6EB6E}" srcOrd="0" destOrd="0" presId="urn:microsoft.com/office/officeart/2018/2/layout/IconVerticalSolidList"/>
    <dgm:cxn modelId="{9597FE9C-3CA9-45BB-A359-A8705F4447CC}" srcId="{7BA09C26-E25C-4EAF-8663-8CA5CB06F3AF}" destId="{13300CA1-9050-4191-9E5C-C62BD0B0F830}" srcOrd="0" destOrd="0" parTransId="{821291B4-C445-4C81-BDF0-F6E62DE04F60}" sibTransId="{5C91CAB8-D0C8-4FDA-B489-8817D47221D7}"/>
    <dgm:cxn modelId="{F484F3A6-1E8A-4E88-ACD9-7F237EC386D1}" srcId="{7BA09C26-E25C-4EAF-8663-8CA5CB06F3AF}" destId="{00D4F861-3054-4A36-A90D-1C65EC798D1D}" srcOrd="4" destOrd="0" parTransId="{62D97D09-BF9E-4055-B7A5-B230ADA4DD25}" sibTransId="{964D6FEB-992A-4156-B479-F1FDCA991E22}"/>
    <dgm:cxn modelId="{DB510FBA-0F0A-459A-9717-3C4CAC2F4CDF}" type="presOf" srcId="{13300CA1-9050-4191-9E5C-C62BD0B0F830}" destId="{C0C84800-757A-424B-8F14-E22B4C5A09D5}" srcOrd="0" destOrd="0" presId="urn:microsoft.com/office/officeart/2018/2/layout/IconVerticalSolidList"/>
    <dgm:cxn modelId="{FDB64BDA-4D21-48F7-82B1-AE8578F09CB1}" type="presOf" srcId="{7BA09C26-E25C-4EAF-8663-8CA5CB06F3AF}" destId="{A26E8D70-C06F-4D4D-9E2E-4A4B1E599DAD}" srcOrd="0" destOrd="0" presId="urn:microsoft.com/office/officeart/2018/2/layout/IconVerticalSolidList"/>
    <dgm:cxn modelId="{E91DA3F4-69FF-484F-A8EB-7684EA119C7F}" type="presOf" srcId="{00249C70-C58E-4609-B4AE-3E69CC0F8486}" destId="{A1159D7A-0AFF-413C-8502-604D2311D1E9}" srcOrd="0" destOrd="0" presId="urn:microsoft.com/office/officeart/2018/2/layout/IconVerticalSolidList"/>
    <dgm:cxn modelId="{94F8E27F-7383-47A3-A3B9-E3CB518AC3BC}" type="presParOf" srcId="{A26E8D70-C06F-4D4D-9E2E-4A4B1E599DAD}" destId="{AE3FB02E-52B2-4A2F-85B2-AF14F989EECB}" srcOrd="0" destOrd="0" presId="urn:microsoft.com/office/officeart/2018/2/layout/IconVerticalSolidList"/>
    <dgm:cxn modelId="{2E68624E-7BC2-430D-A6D7-2FD226E19CA2}" type="presParOf" srcId="{AE3FB02E-52B2-4A2F-85B2-AF14F989EECB}" destId="{0AEAE25E-F4E8-41C7-9FB1-D4CFB41EBCE4}" srcOrd="0" destOrd="0" presId="urn:microsoft.com/office/officeart/2018/2/layout/IconVerticalSolidList"/>
    <dgm:cxn modelId="{9D5A5D8E-33FC-4555-B361-C7CB5C234609}" type="presParOf" srcId="{AE3FB02E-52B2-4A2F-85B2-AF14F989EECB}" destId="{5E9EEE14-6743-4246-87AE-7208D153C1AB}" srcOrd="1" destOrd="0" presId="urn:microsoft.com/office/officeart/2018/2/layout/IconVerticalSolidList"/>
    <dgm:cxn modelId="{EE70601F-4722-4855-9F9E-A1BB5B0B5F5C}" type="presParOf" srcId="{AE3FB02E-52B2-4A2F-85B2-AF14F989EECB}" destId="{27A2EE56-7D15-4878-A3F6-3348B342EC30}" srcOrd="2" destOrd="0" presId="urn:microsoft.com/office/officeart/2018/2/layout/IconVerticalSolidList"/>
    <dgm:cxn modelId="{B849144F-BA96-4960-A532-588965C94A75}" type="presParOf" srcId="{AE3FB02E-52B2-4A2F-85B2-AF14F989EECB}" destId="{C0C84800-757A-424B-8F14-E22B4C5A09D5}" srcOrd="3" destOrd="0" presId="urn:microsoft.com/office/officeart/2018/2/layout/IconVerticalSolidList"/>
    <dgm:cxn modelId="{41C6017E-DE88-4331-9A13-66354B951469}" type="presParOf" srcId="{A26E8D70-C06F-4D4D-9E2E-4A4B1E599DAD}" destId="{5C408E29-1BFA-4D1F-8718-A388DD7E3374}" srcOrd="1" destOrd="0" presId="urn:microsoft.com/office/officeart/2018/2/layout/IconVerticalSolidList"/>
    <dgm:cxn modelId="{4B08D3CB-A846-4B14-A3D7-568BAE198BC8}" type="presParOf" srcId="{A26E8D70-C06F-4D4D-9E2E-4A4B1E599DAD}" destId="{464ACEF0-422B-437B-9F15-F98748A9A26A}" srcOrd="2" destOrd="0" presId="urn:microsoft.com/office/officeart/2018/2/layout/IconVerticalSolidList"/>
    <dgm:cxn modelId="{6E7F3799-DCE0-4EA3-B4B4-E2C834554AD2}" type="presParOf" srcId="{464ACEF0-422B-437B-9F15-F98748A9A26A}" destId="{772CE8D8-DFC3-40D1-A959-DBC3DDAD0F30}" srcOrd="0" destOrd="0" presId="urn:microsoft.com/office/officeart/2018/2/layout/IconVerticalSolidList"/>
    <dgm:cxn modelId="{16252ADD-FB99-43E7-8E26-17168AAC2CF4}" type="presParOf" srcId="{464ACEF0-422B-437B-9F15-F98748A9A26A}" destId="{1016401D-CEAD-483B-A8E3-665CFE55F7A8}" srcOrd="1" destOrd="0" presId="urn:microsoft.com/office/officeart/2018/2/layout/IconVerticalSolidList"/>
    <dgm:cxn modelId="{CCBF688C-1913-41E3-8041-F8CFDD91C4B0}" type="presParOf" srcId="{464ACEF0-422B-437B-9F15-F98748A9A26A}" destId="{E94EA05C-7E11-4589-8F4B-274C2980C19C}" srcOrd="2" destOrd="0" presId="urn:microsoft.com/office/officeart/2018/2/layout/IconVerticalSolidList"/>
    <dgm:cxn modelId="{BD6786B4-5AEC-471E-9FFE-A48CBDCEA736}" type="presParOf" srcId="{464ACEF0-422B-437B-9F15-F98748A9A26A}" destId="{A1159D7A-0AFF-413C-8502-604D2311D1E9}" srcOrd="3" destOrd="0" presId="urn:microsoft.com/office/officeart/2018/2/layout/IconVerticalSolidList"/>
    <dgm:cxn modelId="{97D850B1-6BB2-44B4-B17B-525E2C40C116}" type="presParOf" srcId="{A26E8D70-C06F-4D4D-9E2E-4A4B1E599DAD}" destId="{6BDF3349-9FEB-4BB9-BA23-554D170C1046}" srcOrd="3" destOrd="0" presId="urn:microsoft.com/office/officeart/2018/2/layout/IconVerticalSolidList"/>
    <dgm:cxn modelId="{C8D58727-6038-4137-AF81-BECEE0652BD3}" type="presParOf" srcId="{A26E8D70-C06F-4D4D-9E2E-4A4B1E599DAD}" destId="{B5F4DED7-8B92-4705-920F-C57D621B3C55}" srcOrd="4" destOrd="0" presId="urn:microsoft.com/office/officeart/2018/2/layout/IconVerticalSolidList"/>
    <dgm:cxn modelId="{810E55B5-6124-4E6D-814B-AA1FCD88E9B8}" type="presParOf" srcId="{B5F4DED7-8B92-4705-920F-C57D621B3C55}" destId="{4616AB4B-7E12-4777-A908-4EB80353BEFF}" srcOrd="0" destOrd="0" presId="urn:microsoft.com/office/officeart/2018/2/layout/IconVerticalSolidList"/>
    <dgm:cxn modelId="{3A7C869A-08C4-4182-8E11-4F1233466625}" type="presParOf" srcId="{B5F4DED7-8B92-4705-920F-C57D621B3C55}" destId="{015F85C4-7FC0-4841-B996-A09FD874E382}" srcOrd="1" destOrd="0" presId="urn:microsoft.com/office/officeart/2018/2/layout/IconVerticalSolidList"/>
    <dgm:cxn modelId="{3FA802AE-69E0-4F37-A3A0-D19ACBB7C387}" type="presParOf" srcId="{B5F4DED7-8B92-4705-920F-C57D621B3C55}" destId="{47FBD066-1E3F-4757-8A53-AB25F6CC9C6C}" srcOrd="2" destOrd="0" presId="urn:microsoft.com/office/officeart/2018/2/layout/IconVerticalSolidList"/>
    <dgm:cxn modelId="{F1884BAA-7DAE-4262-AF18-0BDC58AB3D13}" type="presParOf" srcId="{B5F4DED7-8B92-4705-920F-C57D621B3C55}" destId="{91C618E2-DDB1-4DE7-8667-FB591EA6EB6E}" srcOrd="3" destOrd="0" presId="urn:microsoft.com/office/officeart/2018/2/layout/IconVerticalSolidList"/>
    <dgm:cxn modelId="{ADA70A87-C972-4180-A7B5-ACED35F29566}" type="presParOf" srcId="{A26E8D70-C06F-4D4D-9E2E-4A4B1E599DAD}" destId="{BEBBF0C4-0EB3-4001-B3E1-D887FA7EADF4}" srcOrd="5" destOrd="0" presId="urn:microsoft.com/office/officeart/2018/2/layout/IconVerticalSolidList"/>
    <dgm:cxn modelId="{DC88D80C-DF0A-4709-B159-37B0CDC90B9A}" type="presParOf" srcId="{A26E8D70-C06F-4D4D-9E2E-4A4B1E599DAD}" destId="{492B2DB7-BDED-4389-BAFC-BAF6575FEE1B}" srcOrd="6" destOrd="0" presId="urn:microsoft.com/office/officeart/2018/2/layout/IconVerticalSolidList"/>
    <dgm:cxn modelId="{2AA174A2-6DA9-4FE7-A3A3-0B3B70FE19D9}" type="presParOf" srcId="{492B2DB7-BDED-4389-BAFC-BAF6575FEE1B}" destId="{C5C74B0D-EC9A-403A-862D-5C2F50913529}" srcOrd="0" destOrd="0" presId="urn:microsoft.com/office/officeart/2018/2/layout/IconVerticalSolidList"/>
    <dgm:cxn modelId="{892CC380-FE9E-463A-A57C-4B7FD080350D}" type="presParOf" srcId="{492B2DB7-BDED-4389-BAFC-BAF6575FEE1B}" destId="{BD765FF5-936B-4C83-9C13-693ECAA9C890}" srcOrd="1" destOrd="0" presId="urn:microsoft.com/office/officeart/2018/2/layout/IconVerticalSolidList"/>
    <dgm:cxn modelId="{D4B0DD5D-8F28-422B-8076-F58969098536}" type="presParOf" srcId="{492B2DB7-BDED-4389-BAFC-BAF6575FEE1B}" destId="{D5634FDF-8B0A-45E6-89F3-96BA917E1E59}" srcOrd="2" destOrd="0" presId="urn:microsoft.com/office/officeart/2018/2/layout/IconVerticalSolidList"/>
    <dgm:cxn modelId="{9F9ECFBD-B7E4-463A-878D-0D89A80FE95A}" type="presParOf" srcId="{492B2DB7-BDED-4389-BAFC-BAF6575FEE1B}" destId="{BD0AD96A-8EE3-49F4-8D03-D32B0266D6AB}" srcOrd="3" destOrd="0" presId="urn:microsoft.com/office/officeart/2018/2/layout/IconVerticalSolidList"/>
    <dgm:cxn modelId="{41042FBB-4A0B-4949-A800-518892054E63}" type="presParOf" srcId="{A26E8D70-C06F-4D4D-9E2E-4A4B1E599DAD}" destId="{D416263D-8A05-404E-B100-20FE254B4566}" srcOrd="7" destOrd="0" presId="urn:microsoft.com/office/officeart/2018/2/layout/IconVerticalSolidList"/>
    <dgm:cxn modelId="{1FBBDF0D-52A8-424A-9AE4-725D3D6AFB2E}" type="presParOf" srcId="{A26E8D70-C06F-4D4D-9E2E-4A4B1E599DAD}" destId="{B6A17889-E8A7-4074-9543-F5A4F3430914}" srcOrd="8" destOrd="0" presId="urn:microsoft.com/office/officeart/2018/2/layout/IconVerticalSolidList"/>
    <dgm:cxn modelId="{4A0B3F03-E24D-4EB9-97B5-BAF95C386801}" type="presParOf" srcId="{B6A17889-E8A7-4074-9543-F5A4F3430914}" destId="{6B87FE68-F3D0-4C17-AA0F-2EC133F54113}" srcOrd="0" destOrd="0" presId="urn:microsoft.com/office/officeart/2018/2/layout/IconVerticalSolidList"/>
    <dgm:cxn modelId="{00E96C7A-A856-418A-A3E4-8E1A291174C5}" type="presParOf" srcId="{B6A17889-E8A7-4074-9543-F5A4F3430914}" destId="{00CF300A-2AC9-4C86-BC9A-9BB0E0E3C032}" srcOrd="1" destOrd="0" presId="urn:microsoft.com/office/officeart/2018/2/layout/IconVerticalSolidList"/>
    <dgm:cxn modelId="{74279542-2F34-4F6D-9527-526571259731}" type="presParOf" srcId="{B6A17889-E8A7-4074-9543-F5A4F3430914}" destId="{B42CD198-122F-4A7D-B0D6-A17DC188630A}" srcOrd="2" destOrd="0" presId="urn:microsoft.com/office/officeart/2018/2/layout/IconVerticalSolidList"/>
    <dgm:cxn modelId="{B1821C0F-580E-40E6-94DA-B243A721FC65}" type="presParOf" srcId="{B6A17889-E8A7-4074-9543-F5A4F3430914}" destId="{9307A44A-9EB4-4A28-8AAD-6C2B485C68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A439C26-E2AE-44E2-BA73-BE06C1B1C0B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C81DDD3-C238-4048-AC90-6A06CCEF72BA}">
      <dgm:prSet/>
      <dgm:spPr/>
      <dgm:t>
        <a:bodyPr/>
        <a:lstStyle/>
        <a:p>
          <a:r>
            <a:rPr lang="en-US"/>
            <a:t>Contributions:</a:t>
          </a:r>
        </a:p>
      </dgm:t>
    </dgm:pt>
    <dgm:pt modelId="{9ACA9B48-8851-4B4F-B495-F7C6644D745A}" type="parTrans" cxnId="{FD6F0474-3B49-4443-B4BE-9AC15589D161}">
      <dgm:prSet/>
      <dgm:spPr/>
      <dgm:t>
        <a:bodyPr/>
        <a:lstStyle/>
        <a:p>
          <a:endParaRPr lang="en-US"/>
        </a:p>
      </dgm:t>
    </dgm:pt>
    <dgm:pt modelId="{62ADE668-7B78-4733-8113-E2523060FB73}" type="sibTrans" cxnId="{FD6F0474-3B49-4443-B4BE-9AC15589D161}">
      <dgm:prSet/>
      <dgm:spPr/>
      <dgm:t>
        <a:bodyPr/>
        <a:lstStyle/>
        <a:p>
          <a:endParaRPr lang="en-US"/>
        </a:p>
      </dgm:t>
    </dgm:pt>
    <dgm:pt modelId="{13484E4C-63BC-477A-A0CB-E8C9F7363C2B}">
      <dgm:prSet/>
      <dgm:spPr/>
      <dgm:t>
        <a:bodyPr/>
        <a:lstStyle/>
        <a:p>
          <a:r>
            <a:rPr lang="en-US"/>
            <a:t>- Multimodal integration (Vision + Language + OCR + Audio)</a:t>
          </a:r>
        </a:p>
      </dgm:t>
    </dgm:pt>
    <dgm:pt modelId="{10C1CACE-0BD1-4673-9392-0D3F8C5EE07A}" type="parTrans" cxnId="{C059479B-4598-473B-B8F3-8873059169C0}">
      <dgm:prSet/>
      <dgm:spPr/>
      <dgm:t>
        <a:bodyPr/>
        <a:lstStyle/>
        <a:p>
          <a:endParaRPr lang="en-US"/>
        </a:p>
      </dgm:t>
    </dgm:pt>
    <dgm:pt modelId="{A5F673C1-71A2-4D29-B1C2-D455EFF0D930}" type="sibTrans" cxnId="{C059479B-4598-473B-B8F3-8873059169C0}">
      <dgm:prSet/>
      <dgm:spPr/>
      <dgm:t>
        <a:bodyPr/>
        <a:lstStyle/>
        <a:p>
          <a:endParaRPr lang="en-US"/>
        </a:p>
      </dgm:t>
    </dgm:pt>
    <dgm:pt modelId="{4CD427CD-AE27-4C9A-AA96-8353D0741F6F}">
      <dgm:prSet/>
      <dgm:spPr/>
      <dgm:t>
        <a:bodyPr/>
        <a:lstStyle/>
        <a:p>
          <a:r>
            <a:rPr lang="en-US"/>
            <a:t>- Assistive-focused dataset filtering</a:t>
          </a:r>
        </a:p>
      </dgm:t>
    </dgm:pt>
    <dgm:pt modelId="{F4BA89FE-F2D6-4951-AB3F-A503D9D0F9DE}" type="parTrans" cxnId="{296B26F4-C4F0-4429-AF19-3C54CA67F1A5}">
      <dgm:prSet/>
      <dgm:spPr/>
      <dgm:t>
        <a:bodyPr/>
        <a:lstStyle/>
        <a:p>
          <a:endParaRPr lang="en-US"/>
        </a:p>
      </dgm:t>
    </dgm:pt>
    <dgm:pt modelId="{D5DA3B32-1346-4DE0-91E2-27701173CD53}" type="sibTrans" cxnId="{296B26F4-C4F0-4429-AF19-3C54CA67F1A5}">
      <dgm:prSet/>
      <dgm:spPr/>
      <dgm:t>
        <a:bodyPr/>
        <a:lstStyle/>
        <a:p>
          <a:endParaRPr lang="en-US"/>
        </a:p>
      </dgm:t>
    </dgm:pt>
    <dgm:pt modelId="{F23122A3-7558-435A-A1A2-E9F0A446DCBE}">
      <dgm:prSet/>
      <dgm:spPr/>
      <dgm:t>
        <a:bodyPr/>
        <a:lstStyle/>
        <a:p>
          <a:r>
            <a:rPr lang="en-US"/>
            <a:t>- Priority-based object alert system</a:t>
          </a:r>
        </a:p>
      </dgm:t>
    </dgm:pt>
    <dgm:pt modelId="{FCA9A9D8-20D3-4089-8CD0-1ECE29825127}" type="parTrans" cxnId="{7757E468-3912-4B63-A852-3A91B37B9EBB}">
      <dgm:prSet/>
      <dgm:spPr/>
      <dgm:t>
        <a:bodyPr/>
        <a:lstStyle/>
        <a:p>
          <a:endParaRPr lang="en-US"/>
        </a:p>
      </dgm:t>
    </dgm:pt>
    <dgm:pt modelId="{B790BFA0-905D-41F1-AF3C-A111E47CC665}" type="sibTrans" cxnId="{7757E468-3912-4B63-A852-3A91B37B9EBB}">
      <dgm:prSet/>
      <dgm:spPr/>
      <dgm:t>
        <a:bodyPr/>
        <a:lstStyle/>
        <a:p>
          <a:endParaRPr lang="en-US"/>
        </a:p>
      </dgm:t>
    </dgm:pt>
    <dgm:pt modelId="{776DE08D-7D39-4683-A957-2989256B2CC8}">
      <dgm:prSet/>
      <dgm:spPr/>
      <dgm:t>
        <a:bodyPr/>
        <a:lstStyle/>
        <a:p>
          <a:r>
            <a:rPr lang="en-US"/>
            <a:t>Future Work:</a:t>
          </a:r>
        </a:p>
      </dgm:t>
    </dgm:pt>
    <dgm:pt modelId="{38262402-50AA-400F-87D2-1B59690B58CF}" type="parTrans" cxnId="{C00FD490-AE48-4002-8722-36FBAEB790F9}">
      <dgm:prSet/>
      <dgm:spPr/>
      <dgm:t>
        <a:bodyPr/>
        <a:lstStyle/>
        <a:p>
          <a:endParaRPr lang="en-US"/>
        </a:p>
      </dgm:t>
    </dgm:pt>
    <dgm:pt modelId="{D8711E23-C2F4-43E4-B0A7-5BF4B5645936}" type="sibTrans" cxnId="{C00FD490-AE48-4002-8722-36FBAEB790F9}">
      <dgm:prSet/>
      <dgm:spPr/>
      <dgm:t>
        <a:bodyPr/>
        <a:lstStyle/>
        <a:p>
          <a:endParaRPr lang="en-US"/>
        </a:p>
      </dgm:t>
    </dgm:pt>
    <dgm:pt modelId="{ED354EE0-FC7D-4290-9527-9643CF6B3FC6}">
      <dgm:prSet/>
      <dgm:spPr/>
      <dgm:t>
        <a:bodyPr/>
        <a:lstStyle/>
        <a:p>
          <a:r>
            <a:rPr lang="en-US"/>
            <a:t>- Model quantization &amp; TensorRT optimization</a:t>
          </a:r>
        </a:p>
      </dgm:t>
    </dgm:pt>
    <dgm:pt modelId="{983014F0-28B6-421B-9212-C2370D9C00C1}" type="parTrans" cxnId="{5EF2E4CE-7583-4A53-AC06-9313E1FCE58D}">
      <dgm:prSet/>
      <dgm:spPr/>
      <dgm:t>
        <a:bodyPr/>
        <a:lstStyle/>
        <a:p>
          <a:endParaRPr lang="en-US"/>
        </a:p>
      </dgm:t>
    </dgm:pt>
    <dgm:pt modelId="{C3CE1D60-7A6F-4A29-99EB-20EBA5B4FE54}" type="sibTrans" cxnId="{5EF2E4CE-7583-4A53-AC06-9313E1FCE58D}">
      <dgm:prSet/>
      <dgm:spPr/>
      <dgm:t>
        <a:bodyPr/>
        <a:lstStyle/>
        <a:p>
          <a:endParaRPr lang="en-US"/>
        </a:p>
      </dgm:t>
    </dgm:pt>
    <dgm:pt modelId="{C069E8CD-06F6-47D4-8769-E0B6EB1A40F0}">
      <dgm:prSet/>
      <dgm:spPr/>
      <dgm:t>
        <a:bodyPr/>
        <a:lstStyle/>
        <a:p>
          <a:r>
            <a:rPr lang="en-US"/>
            <a:t>- Real-time video processing</a:t>
          </a:r>
        </a:p>
      </dgm:t>
    </dgm:pt>
    <dgm:pt modelId="{B1B5B4C9-7EAE-45A5-8FF3-6AAE7AA42767}" type="parTrans" cxnId="{C79F3285-F332-44BC-A79B-4E35975C9C69}">
      <dgm:prSet/>
      <dgm:spPr/>
      <dgm:t>
        <a:bodyPr/>
        <a:lstStyle/>
        <a:p>
          <a:endParaRPr lang="en-US"/>
        </a:p>
      </dgm:t>
    </dgm:pt>
    <dgm:pt modelId="{C695FCE4-1779-4BCD-A1BB-1B50D09CBFDC}" type="sibTrans" cxnId="{C79F3285-F332-44BC-A79B-4E35975C9C69}">
      <dgm:prSet/>
      <dgm:spPr/>
      <dgm:t>
        <a:bodyPr/>
        <a:lstStyle/>
        <a:p>
          <a:endParaRPr lang="en-US"/>
        </a:p>
      </dgm:t>
    </dgm:pt>
    <dgm:pt modelId="{2A010D22-22F9-4FD0-A21F-F7265B725162}">
      <dgm:prSet/>
      <dgm:spPr/>
      <dgm:t>
        <a:bodyPr/>
        <a:lstStyle/>
        <a:p>
          <a:r>
            <a:rPr lang="en-US"/>
            <a:t>- Edge-device deployment (wearables)</a:t>
          </a:r>
        </a:p>
      </dgm:t>
    </dgm:pt>
    <dgm:pt modelId="{B5C48C89-65C1-4EA8-AB31-EF1D41C28DCD}" type="parTrans" cxnId="{7C911F70-1019-44DE-B4EC-7E35CD089615}">
      <dgm:prSet/>
      <dgm:spPr/>
      <dgm:t>
        <a:bodyPr/>
        <a:lstStyle/>
        <a:p>
          <a:endParaRPr lang="en-US"/>
        </a:p>
      </dgm:t>
    </dgm:pt>
    <dgm:pt modelId="{7044F736-A0D2-4650-9197-09F799156409}" type="sibTrans" cxnId="{7C911F70-1019-44DE-B4EC-7E35CD089615}">
      <dgm:prSet/>
      <dgm:spPr/>
      <dgm:t>
        <a:bodyPr/>
        <a:lstStyle/>
        <a:p>
          <a:endParaRPr lang="en-US"/>
        </a:p>
      </dgm:t>
    </dgm:pt>
    <dgm:pt modelId="{BC48A839-4EA4-487C-89D6-79A209844130}">
      <dgm:prSet/>
      <dgm:spPr/>
      <dgm:t>
        <a:bodyPr/>
        <a:lstStyle/>
        <a:p>
          <a:r>
            <a:rPr lang="en-US"/>
            <a:t>- Multilingual support</a:t>
          </a:r>
        </a:p>
      </dgm:t>
    </dgm:pt>
    <dgm:pt modelId="{06EAC1E1-A83D-4020-BBF8-88650619C602}" type="parTrans" cxnId="{169EE70B-90E3-44C3-AA63-B866885D8224}">
      <dgm:prSet/>
      <dgm:spPr/>
      <dgm:t>
        <a:bodyPr/>
        <a:lstStyle/>
        <a:p>
          <a:endParaRPr lang="en-US"/>
        </a:p>
      </dgm:t>
    </dgm:pt>
    <dgm:pt modelId="{6B669A89-F1EC-4AE1-90FC-3C5CF10A0537}" type="sibTrans" cxnId="{169EE70B-90E3-44C3-AA63-B866885D8224}">
      <dgm:prSet/>
      <dgm:spPr/>
      <dgm:t>
        <a:bodyPr/>
        <a:lstStyle/>
        <a:p>
          <a:endParaRPr lang="en-US"/>
        </a:p>
      </dgm:t>
    </dgm:pt>
    <dgm:pt modelId="{5950354E-CCE8-405F-ABA4-E9AE15F12B99}" type="pres">
      <dgm:prSet presAssocID="{EA439C26-E2AE-44E2-BA73-BE06C1B1C0B5}" presName="vert0" presStyleCnt="0">
        <dgm:presLayoutVars>
          <dgm:dir/>
          <dgm:animOne val="branch"/>
          <dgm:animLvl val="lvl"/>
        </dgm:presLayoutVars>
      </dgm:prSet>
      <dgm:spPr/>
    </dgm:pt>
    <dgm:pt modelId="{5E715BF9-E6D5-422A-BBF0-C68DC018D496}" type="pres">
      <dgm:prSet presAssocID="{3C81DDD3-C238-4048-AC90-6A06CCEF72BA}" presName="thickLine" presStyleLbl="alignNode1" presStyleIdx="0" presStyleCnt="9"/>
      <dgm:spPr/>
    </dgm:pt>
    <dgm:pt modelId="{19CEEF79-1AE0-4E43-B497-6318E85501FB}" type="pres">
      <dgm:prSet presAssocID="{3C81DDD3-C238-4048-AC90-6A06CCEF72BA}" presName="horz1" presStyleCnt="0"/>
      <dgm:spPr/>
    </dgm:pt>
    <dgm:pt modelId="{235B5A84-A408-4DE5-898A-AE2EEB2C0E18}" type="pres">
      <dgm:prSet presAssocID="{3C81DDD3-C238-4048-AC90-6A06CCEF72BA}" presName="tx1" presStyleLbl="revTx" presStyleIdx="0" presStyleCnt="9"/>
      <dgm:spPr/>
    </dgm:pt>
    <dgm:pt modelId="{4E07DBF9-6362-4282-929C-BF2F77AD02EB}" type="pres">
      <dgm:prSet presAssocID="{3C81DDD3-C238-4048-AC90-6A06CCEF72BA}" presName="vert1" presStyleCnt="0"/>
      <dgm:spPr/>
    </dgm:pt>
    <dgm:pt modelId="{44180266-A1D7-4642-B229-B965141EDF9C}" type="pres">
      <dgm:prSet presAssocID="{13484E4C-63BC-477A-A0CB-E8C9F7363C2B}" presName="thickLine" presStyleLbl="alignNode1" presStyleIdx="1" presStyleCnt="9"/>
      <dgm:spPr/>
    </dgm:pt>
    <dgm:pt modelId="{35E7207E-59EA-4C08-B3FF-890D05D77594}" type="pres">
      <dgm:prSet presAssocID="{13484E4C-63BC-477A-A0CB-E8C9F7363C2B}" presName="horz1" presStyleCnt="0"/>
      <dgm:spPr/>
    </dgm:pt>
    <dgm:pt modelId="{BDDABA83-1E06-45D8-843D-AF2083170117}" type="pres">
      <dgm:prSet presAssocID="{13484E4C-63BC-477A-A0CB-E8C9F7363C2B}" presName="tx1" presStyleLbl="revTx" presStyleIdx="1" presStyleCnt="9"/>
      <dgm:spPr/>
    </dgm:pt>
    <dgm:pt modelId="{91334F8B-5B73-451C-999C-9026E13A98F8}" type="pres">
      <dgm:prSet presAssocID="{13484E4C-63BC-477A-A0CB-E8C9F7363C2B}" presName="vert1" presStyleCnt="0"/>
      <dgm:spPr/>
    </dgm:pt>
    <dgm:pt modelId="{EB6233E0-0B96-4B36-A06B-2E0291D0669B}" type="pres">
      <dgm:prSet presAssocID="{4CD427CD-AE27-4C9A-AA96-8353D0741F6F}" presName="thickLine" presStyleLbl="alignNode1" presStyleIdx="2" presStyleCnt="9"/>
      <dgm:spPr/>
    </dgm:pt>
    <dgm:pt modelId="{C18F5627-FA88-45AA-B389-A64DAA8AC2E8}" type="pres">
      <dgm:prSet presAssocID="{4CD427CD-AE27-4C9A-AA96-8353D0741F6F}" presName="horz1" presStyleCnt="0"/>
      <dgm:spPr/>
    </dgm:pt>
    <dgm:pt modelId="{4FEF941E-C213-406A-9663-DC85FF4B90EF}" type="pres">
      <dgm:prSet presAssocID="{4CD427CD-AE27-4C9A-AA96-8353D0741F6F}" presName="tx1" presStyleLbl="revTx" presStyleIdx="2" presStyleCnt="9"/>
      <dgm:spPr/>
    </dgm:pt>
    <dgm:pt modelId="{D78B1892-CFCC-4C10-BC1D-EDC31B925859}" type="pres">
      <dgm:prSet presAssocID="{4CD427CD-AE27-4C9A-AA96-8353D0741F6F}" presName="vert1" presStyleCnt="0"/>
      <dgm:spPr/>
    </dgm:pt>
    <dgm:pt modelId="{0A453444-6306-44B4-BB48-3164692F88B6}" type="pres">
      <dgm:prSet presAssocID="{F23122A3-7558-435A-A1A2-E9F0A446DCBE}" presName="thickLine" presStyleLbl="alignNode1" presStyleIdx="3" presStyleCnt="9"/>
      <dgm:spPr/>
    </dgm:pt>
    <dgm:pt modelId="{E848DF59-6C69-42D8-9F45-54F2D27A1756}" type="pres">
      <dgm:prSet presAssocID="{F23122A3-7558-435A-A1A2-E9F0A446DCBE}" presName="horz1" presStyleCnt="0"/>
      <dgm:spPr/>
    </dgm:pt>
    <dgm:pt modelId="{EE08469E-9C4E-46EF-B289-A990A339CC81}" type="pres">
      <dgm:prSet presAssocID="{F23122A3-7558-435A-A1A2-E9F0A446DCBE}" presName="tx1" presStyleLbl="revTx" presStyleIdx="3" presStyleCnt="9"/>
      <dgm:spPr/>
    </dgm:pt>
    <dgm:pt modelId="{4633EDA0-22BF-4190-9FCB-E9699B0399C4}" type="pres">
      <dgm:prSet presAssocID="{F23122A3-7558-435A-A1A2-E9F0A446DCBE}" presName="vert1" presStyleCnt="0"/>
      <dgm:spPr/>
    </dgm:pt>
    <dgm:pt modelId="{AE5BADC5-5A8A-4B5D-A02B-C6DA67EFBDEB}" type="pres">
      <dgm:prSet presAssocID="{776DE08D-7D39-4683-A957-2989256B2CC8}" presName="thickLine" presStyleLbl="alignNode1" presStyleIdx="4" presStyleCnt="9"/>
      <dgm:spPr/>
    </dgm:pt>
    <dgm:pt modelId="{3D9F6910-5F82-4FB8-B477-7C950EB5A113}" type="pres">
      <dgm:prSet presAssocID="{776DE08D-7D39-4683-A957-2989256B2CC8}" presName="horz1" presStyleCnt="0"/>
      <dgm:spPr/>
    </dgm:pt>
    <dgm:pt modelId="{6D919BAA-685A-42B0-9662-814AB6757CF2}" type="pres">
      <dgm:prSet presAssocID="{776DE08D-7D39-4683-A957-2989256B2CC8}" presName="tx1" presStyleLbl="revTx" presStyleIdx="4" presStyleCnt="9"/>
      <dgm:spPr/>
    </dgm:pt>
    <dgm:pt modelId="{6393378F-B0B6-44BF-8611-9D083F22C18C}" type="pres">
      <dgm:prSet presAssocID="{776DE08D-7D39-4683-A957-2989256B2CC8}" presName="vert1" presStyleCnt="0"/>
      <dgm:spPr/>
    </dgm:pt>
    <dgm:pt modelId="{69B44A95-7BA9-4809-85AB-E3E3055C02E7}" type="pres">
      <dgm:prSet presAssocID="{ED354EE0-FC7D-4290-9527-9643CF6B3FC6}" presName="thickLine" presStyleLbl="alignNode1" presStyleIdx="5" presStyleCnt="9"/>
      <dgm:spPr/>
    </dgm:pt>
    <dgm:pt modelId="{371679AF-2C5D-4123-9B3C-4740598E112D}" type="pres">
      <dgm:prSet presAssocID="{ED354EE0-FC7D-4290-9527-9643CF6B3FC6}" presName="horz1" presStyleCnt="0"/>
      <dgm:spPr/>
    </dgm:pt>
    <dgm:pt modelId="{39AA11AF-01B6-4EB1-A21E-C5F24F947242}" type="pres">
      <dgm:prSet presAssocID="{ED354EE0-FC7D-4290-9527-9643CF6B3FC6}" presName="tx1" presStyleLbl="revTx" presStyleIdx="5" presStyleCnt="9"/>
      <dgm:spPr/>
    </dgm:pt>
    <dgm:pt modelId="{E8E64A64-E4B3-4D2B-863B-CD3386F7CC41}" type="pres">
      <dgm:prSet presAssocID="{ED354EE0-FC7D-4290-9527-9643CF6B3FC6}" presName="vert1" presStyleCnt="0"/>
      <dgm:spPr/>
    </dgm:pt>
    <dgm:pt modelId="{896B9BEE-B823-46C6-955B-599328C5DABE}" type="pres">
      <dgm:prSet presAssocID="{C069E8CD-06F6-47D4-8769-E0B6EB1A40F0}" presName="thickLine" presStyleLbl="alignNode1" presStyleIdx="6" presStyleCnt="9"/>
      <dgm:spPr/>
    </dgm:pt>
    <dgm:pt modelId="{EE4D8373-3724-46D3-8574-7E8049F01393}" type="pres">
      <dgm:prSet presAssocID="{C069E8CD-06F6-47D4-8769-E0B6EB1A40F0}" presName="horz1" presStyleCnt="0"/>
      <dgm:spPr/>
    </dgm:pt>
    <dgm:pt modelId="{22AB34F4-02DB-431A-9247-AB0B6C7EF2B4}" type="pres">
      <dgm:prSet presAssocID="{C069E8CD-06F6-47D4-8769-E0B6EB1A40F0}" presName="tx1" presStyleLbl="revTx" presStyleIdx="6" presStyleCnt="9"/>
      <dgm:spPr/>
    </dgm:pt>
    <dgm:pt modelId="{DFE015AF-EA3B-494E-9331-D738CB1A8C95}" type="pres">
      <dgm:prSet presAssocID="{C069E8CD-06F6-47D4-8769-E0B6EB1A40F0}" presName="vert1" presStyleCnt="0"/>
      <dgm:spPr/>
    </dgm:pt>
    <dgm:pt modelId="{544E3C2F-7587-4C4F-9DAF-8EC3A87C750B}" type="pres">
      <dgm:prSet presAssocID="{2A010D22-22F9-4FD0-A21F-F7265B725162}" presName="thickLine" presStyleLbl="alignNode1" presStyleIdx="7" presStyleCnt="9"/>
      <dgm:spPr/>
    </dgm:pt>
    <dgm:pt modelId="{6EB08D1D-C12E-4B42-B403-B427F2F6BA71}" type="pres">
      <dgm:prSet presAssocID="{2A010D22-22F9-4FD0-A21F-F7265B725162}" presName="horz1" presStyleCnt="0"/>
      <dgm:spPr/>
    </dgm:pt>
    <dgm:pt modelId="{7BFD96C2-EEF1-44FA-8451-671C7CDDF28B}" type="pres">
      <dgm:prSet presAssocID="{2A010D22-22F9-4FD0-A21F-F7265B725162}" presName="tx1" presStyleLbl="revTx" presStyleIdx="7" presStyleCnt="9"/>
      <dgm:spPr/>
    </dgm:pt>
    <dgm:pt modelId="{FD96C4D9-BB82-4961-9E98-784EA5DD1128}" type="pres">
      <dgm:prSet presAssocID="{2A010D22-22F9-4FD0-A21F-F7265B725162}" presName="vert1" presStyleCnt="0"/>
      <dgm:spPr/>
    </dgm:pt>
    <dgm:pt modelId="{62238040-EE00-48B7-BC93-25F013D4AFF6}" type="pres">
      <dgm:prSet presAssocID="{BC48A839-4EA4-487C-89D6-79A209844130}" presName="thickLine" presStyleLbl="alignNode1" presStyleIdx="8" presStyleCnt="9"/>
      <dgm:spPr/>
    </dgm:pt>
    <dgm:pt modelId="{632D0C3A-82A5-4A7A-AD6E-49C481B04359}" type="pres">
      <dgm:prSet presAssocID="{BC48A839-4EA4-487C-89D6-79A209844130}" presName="horz1" presStyleCnt="0"/>
      <dgm:spPr/>
    </dgm:pt>
    <dgm:pt modelId="{53D8A03B-68FB-4AF8-8C7B-E5901DBD8B8A}" type="pres">
      <dgm:prSet presAssocID="{BC48A839-4EA4-487C-89D6-79A209844130}" presName="tx1" presStyleLbl="revTx" presStyleIdx="8" presStyleCnt="9"/>
      <dgm:spPr/>
    </dgm:pt>
    <dgm:pt modelId="{FFEBB2C1-52CB-4DFA-AAA7-696336438B08}" type="pres">
      <dgm:prSet presAssocID="{BC48A839-4EA4-487C-89D6-79A209844130}" presName="vert1" presStyleCnt="0"/>
      <dgm:spPr/>
    </dgm:pt>
  </dgm:ptLst>
  <dgm:cxnLst>
    <dgm:cxn modelId="{169EE70B-90E3-44C3-AA63-B866885D8224}" srcId="{EA439C26-E2AE-44E2-BA73-BE06C1B1C0B5}" destId="{BC48A839-4EA4-487C-89D6-79A209844130}" srcOrd="8" destOrd="0" parTransId="{06EAC1E1-A83D-4020-BBF8-88650619C602}" sibTransId="{6B669A89-F1EC-4AE1-90FC-3C5CF10A0537}"/>
    <dgm:cxn modelId="{69D0EF1F-1E94-4E53-A3A8-0C6671E5DC66}" type="presOf" srcId="{EA439C26-E2AE-44E2-BA73-BE06C1B1C0B5}" destId="{5950354E-CCE8-405F-ABA4-E9AE15F12B99}" srcOrd="0" destOrd="0" presId="urn:microsoft.com/office/officeart/2008/layout/LinedList"/>
    <dgm:cxn modelId="{125E2830-9557-4321-8534-1C28F25FBC5E}" type="presOf" srcId="{776DE08D-7D39-4683-A957-2989256B2CC8}" destId="{6D919BAA-685A-42B0-9662-814AB6757CF2}" srcOrd="0" destOrd="0" presId="urn:microsoft.com/office/officeart/2008/layout/LinedList"/>
    <dgm:cxn modelId="{8C3EF937-E2D4-441E-AC75-428553FB8DEC}" type="presOf" srcId="{F23122A3-7558-435A-A1A2-E9F0A446DCBE}" destId="{EE08469E-9C4E-46EF-B289-A990A339CC81}" srcOrd="0" destOrd="0" presId="urn:microsoft.com/office/officeart/2008/layout/LinedList"/>
    <dgm:cxn modelId="{7757E468-3912-4B63-A852-3A91B37B9EBB}" srcId="{EA439C26-E2AE-44E2-BA73-BE06C1B1C0B5}" destId="{F23122A3-7558-435A-A1A2-E9F0A446DCBE}" srcOrd="3" destOrd="0" parTransId="{FCA9A9D8-20D3-4089-8CD0-1ECE29825127}" sibTransId="{B790BFA0-905D-41F1-AF3C-A111E47CC665}"/>
    <dgm:cxn modelId="{89BE876B-BC61-4167-A293-6F58DD9F6A39}" type="presOf" srcId="{C069E8CD-06F6-47D4-8769-E0B6EB1A40F0}" destId="{22AB34F4-02DB-431A-9247-AB0B6C7EF2B4}" srcOrd="0" destOrd="0" presId="urn:microsoft.com/office/officeart/2008/layout/LinedList"/>
    <dgm:cxn modelId="{B3E3B96E-70D2-44E8-81B9-A5800DCE7E48}" type="presOf" srcId="{13484E4C-63BC-477A-A0CB-E8C9F7363C2B}" destId="{BDDABA83-1E06-45D8-843D-AF2083170117}" srcOrd="0" destOrd="0" presId="urn:microsoft.com/office/officeart/2008/layout/LinedList"/>
    <dgm:cxn modelId="{7C911F70-1019-44DE-B4EC-7E35CD089615}" srcId="{EA439C26-E2AE-44E2-BA73-BE06C1B1C0B5}" destId="{2A010D22-22F9-4FD0-A21F-F7265B725162}" srcOrd="7" destOrd="0" parTransId="{B5C48C89-65C1-4EA8-AB31-EF1D41C28DCD}" sibTransId="{7044F736-A0D2-4650-9197-09F799156409}"/>
    <dgm:cxn modelId="{FD6F0474-3B49-4443-B4BE-9AC15589D161}" srcId="{EA439C26-E2AE-44E2-BA73-BE06C1B1C0B5}" destId="{3C81DDD3-C238-4048-AC90-6A06CCEF72BA}" srcOrd="0" destOrd="0" parTransId="{9ACA9B48-8851-4B4F-B495-F7C6644D745A}" sibTransId="{62ADE668-7B78-4733-8113-E2523060FB73}"/>
    <dgm:cxn modelId="{B958EA78-C1BE-426C-88FE-8DECCA804F70}" type="presOf" srcId="{4CD427CD-AE27-4C9A-AA96-8353D0741F6F}" destId="{4FEF941E-C213-406A-9663-DC85FF4B90EF}" srcOrd="0" destOrd="0" presId="urn:microsoft.com/office/officeart/2008/layout/LinedList"/>
    <dgm:cxn modelId="{1DAE547F-0FDF-48CF-A263-9818ADE97459}" type="presOf" srcId="{2A010D22-22F9-4FD0-A21F-F7265B725162}" destId="{7BFD96C2-EEF1-44FA-8451-671C7CDDF28B}" srcOrd="0" destOrd="0" presId="urn:microsoft.com/office/officeart/2008/layout/LinedList"/>
    <dgm:cxn modelId="{C79F3285-F332-44BC-A79B-4E35975C9C69}" srcId="{EA439C26-E2AE-44E2-BA73-BE06C1B1C0B5}" destId="{C069E8CD-06F6-47D4-8769-E0B6EB1A40F0}" srcOrd="6" destOrd="0" parTransId="{B1B5B4C9-7EAE-45A5-8FF3-6AAE7AA42767}" sibTransId="{C695FCE4-1779-4BCD-A1BB-1B50D09CBFDC}"/>
    <dgm:cxn modelId="{C00FD490-AE48-4002-8722-36FBAEB790F9}" srcId="{EA439C26-E2AE-44E2-BA73-BE06C1B1C0B5}" destId="{776DE08D-7D39-4683-A957-2989256B2CC8}" srcOrd="4" destOrd="0" parTransId="{38262402-50AA-400F-87D2-1B59690B58CF}" sibTransId="{D8711E23-C2F4-43E4-B0A7-5BF4B5645936}"/>
    <dgm:cxn modelId="{A0DBF999-58EC-4560-8B4F-EE62A1041335}" type="presOf" srcId="{ED354EE0-FC7D-4290-9527-9643CF6B3FC6}" destId="{39AA11AF-01B6-4EB1-A21E-C5F24F947242}" srcOrd="0" destOrd="0" presId="urn:microsoft.com/office/officeart/2008/layout/LinedList"/>
    <dgm:cxn modelId="{C059479B-4598-473B-B8F3-8873059169C0}" srcId="{EA439C26-E2AE-44E2-BA73-BE06C1B1C0B5}" destId="{13484E4C-63BC-477A-A0CB-E8C9F7363C2B}" srcOrd="1" destOrd="0" parTransId="{10C1CACE-0BD1-4673-9392-0D3F8C5EE07A}" sibTransId="{A5F673C1-71A2-4D29-B1C2-D455EFF0D930}"/>
    <dgm:cxn modelId="{671F389D-039E-453E-950E-EEFC66F78FDA}" type="presOf" srcId="{BC48A839-4EA4-487C-89D6-79A209844130}" destId="{53D8A03B-68FB-4AF8-8C7B-E5901DBD8B8A}" srcOrd="0" destOrd="0" presId="urn:microsoft.com/office/officeart/2008/layout/LinedList"/>
    <dgm:cxn modelId="{5EF2E4CE-7583-4A53-AC06-9313E1FCE58D}" srcId="{EA439C26-E2AE-44E2-BA73-BE06C1B1C0B5}" destId="{ED354EE0-FC7D-4290-9527-9643CF6B3FC6}" srcOrd="5" destOrd="0" parTransId="{983014F0-28B6-421B-9212-C2370D9C00C1}" sibTransId="{C3CE1D60-7A6F-4A29-99EB-20EBA5B4FE54}"/>
    <dgm:cxn modelId="{166E40EB-0E74-4CAC-B148-E8AD77EB670C}" type="presOf" srcId="{3C81DDD3-C238-4048-AC90-6A06CCEF72BA}" destId="{235B5A84-A408-4DE5-898A-AE2EEB2C0E18}" srcOrd="0" destOrd="0" presId="urn:microsoft.com/office/officeart/2008/layout/LinedList"/>
    <dgm:cxn modelId="{296B26F4-C4F0-4429-AF19-3C54CA67F1A5}" srcId="{EA439C26-E2AE-44E2-BA73-BE06C1B1C0B5}" destId="{4CD427CD-AE27-4C9A-AA96-8353D0741F6F}" srcOrd="2" destOrd="0" parTransId="{F4BA89FE-F2D6-4951-AB3F-A503D9D0F9DE}" sibTransId="{D5DA3B32-1346-4DE0-91E2-27701173CD53}"/>
    <dgm:cxn modelId="{1BA1E89A-0F9C-4616-8767-556296A01078}" type="presParOf" srcId="{5950354E-CCE8-405F-ABA4-E9AE15F12B99}" destId="{5E715BF9-E6D5-422A-BBF0-C68DC018D496}" srcOrd="0" destOrd="0" presId="urn:microsoft.com/office/officeart/2008/layout/LinedList"/>
    <dgm:cxn modelId="{2BA37902-C731-45A3-B9B3-606EED364E31}" type="presParOf" srcId="{5950354E-CCE8-405F-ABA4-E9AE15F12B99}" destId="{19CEEF79-1AE0-4E43-B497-6318E85501FB}" srcOrd="1" destOrd="0" presId="urn:microsoft.com/office/officeart/2008/layout/LinedList"/>
    <dgm:cxn modelId="{9BD90EBE-8C12-4DB2-A387-02D6E702DE0C}" type="presParOf" srcId="{19CEEF79-1AE0-4E43-B497-6318E85501FB}" destId="{235B5A84-A408-4DE5-898A-AE2EEB2C0E18}" srcOrd="0" destOrd="0" presId="urn:microsoft.com/office/officeart/2008/layout/LinedList"/>
    <dgm:cxn modelId="{873E0888-BFAE-48DC-B383-8B4BE52DDADC}" type="presParOf" srcId="{19CEEF79-1AE0-4E43-B497-6318E85501FB}" destId="{4E07DBF9-6362-4282-929C-BF2F77AD02EB}" srcOrd="1" destOrd="0" presId="urn:microsoft.com/office/officeart/2008/layout/LinedList"/>
    <dgm:cxn modelId="{AC21C3EB-5CAD-4D63-850A-C4F93BBFD387}" type="presParOf" srcId="{5950354E-CCE8-405F-ABA4-E9AE15F12B99}" destId="{44180266-A1D7-4642-B229-B965141EDF9C}" srcOrd="2" destOrd="0" presId="urn:microsoft.com/office/officeart/2008/layout/LinedList"/>
    <dgm:cxn modelId="{1E1574BF-8BFE-4257-9C5F-DF55C3D79FE4}" type="presParOf" srcId="{5950354E-CCE8-405F-ABA4-E9AE15F12B99}" destId="{35E7207E-59EA-4C08-B3FF-890D05D77594}" srcOrd="3" destOrd="0" presId="urn:microsoft.com/office/officeart/2008/layout/LinedList"/>
    <dgm:cxn modelId="{CC275863-2017-472C-B4B1-A20720DD62D8}" type="presParOf" srcId="{35E7207E-59EA-4C08-B3FF-890D05D77594}" destId="{BDDABA83-1E06-45D8-843D-AF2083170117}" srcOrd="0" destOrd="0" presId="urn:microsoft.com/office/officeart/2008/layout/LinedList"/>
    <dgm:cxn modelId="{BE411CB5-6C89-4A58-BAE9-3EEE874C6FA5}" type="presParOf" srcId="{35E7207E-59EA-4C08-B3FF-890D05D77594}" destId="{91334F8B-5B73-451C-999C-9026E13A98F8}" srcOrd="1" destOrd="0" presId="urn:microsoft.com/office/officeart/2008/layout/LinedList"/>
    <dgm:cxn modelId="{F1430D50-E013-46C7-9A9C-AEA2023BCCDE}" type="presParOf" srcId="{5950354E-CCE8-405F-ABA4-E9AE15F12B99}" destId="{EB6233E0-0B96-4B36-A06B-2E0291D0669B}" srcOrd="4" destOrd="0" presId="urn:microsoft.com/office/officeart/2008/layout/LinedList"/>
    <dgm:cxn modelId="{E97E75E3-E7A8-468C-A33C-526E0404F79C}" type="presParOf" srcId="{5950354E-CCE8-405F-ABA4-E9AE15F12B99}" destId="{C18F5627-FA88-45AA-B389-A64DAA8AC2E8}" srcOrd="5" destOrd="0" presId="urn:microsoft.com/office/officeart/2008/layout/LinedList"/>
    <dgm:cxn modelId="{B1349C11-3114-4C20-974E-DF4E8457CF10}" type="presParOf" srcId="{C18F5627-FA88-45AA-B389-A64DAA8AC2E8}" destId="{4FEF941E-C213-406A-9663-DC85FF4B90EF}" srcOrd="0" destOrd="0" presId="urn:microsoft.com/office/officeart/2008/layout/LinedList"/>
    <dgm:cxn modelId="{20A71610-4A57-481F-9D1A-51E23AD29161}" type="presParOf" srcId="{C18F5627-FA88-45AA-B389-A64DAA8AC2E8}" destId="{D78B1892-CFCC-4C10-BC1D-EDC31B925859}" srcOrd="1" destOrd="0" presId="urn:microsoft.com/office/officeart/2008/layout/LinedList"/>
    <dgm:cxn modelId="{9FC1CB43-9781-4B7F-89AC-5391B73A29DC}" type="presParOf" srcId="{5950354E-CCE8-405F-ABA4-E9AE15F12B99}" destId="{0A453444-6306-44B4-BB48-3164692F88B6}" srcOrd="6" destOrd="0" presId="urn:microsoft.com/office/officeart/2008/layout/LinedList"/>
    <dgm:cxn modelId="{C1A8C0EF-3363-4C8A-9C25-8E890863DDD3}" type="presParOf" srcId="{5950354E-CCE8-405F-ABA4-E9AE15F12B99}" destId="{E848DF59-6C69-42D8-9F45-54F2D27A1756}" srcOrd="7" destOrd="0" presId="urn:microsoft.com/office/officeart/2008/layout/LinedList"/>
    <dgm:cxn modelId="{8AEF5642-CEFC-4E9C-A554-D343AD5DE682}" type="presParOf" srcId="{E848DF59-6C69-42D8-9F45-54F2D27A1756}" destId="{EE08469E-9C4E-46EF-B289-A990A339CC81}" srcOrd="0" destOrd="0" presId="urn:microsoft.com/office/officeart/2008/layout/LinedList"/>
    <dgm:cxn modelId="{B9726FF7-FBE6-40B8-AD3E-C3D6B2C58BBF}" type="presParOf" srcId="{E848DF59-6C69-42D8-9F45-54F2D27A1756}" destId="{4633EDA0-22BF-4190-9FCB-E9699B0399C4}" srcOrd="1" destOrd="0" presId="urn:microsoft.com/office/officeart/2008/layout/LinedList"/>
    <dgm:cxn modelId="{97751B6A-714F-43EC-9A09-9C1F5526FEF1}" type="presParOf" srcId="{5950354E-CCE8-405F-ABA4-E9AE15F12B99}" destId="{AE5BADC5-5A8A-4B5D-A02B-C6DA67EFBDEB}" srcOrd="8" destOrd="0" presId="urn:microsoft.com/office/officeart/2008/layout/LinedList"/>
    <dgm:cxn modelId="{971394EA-F610-4189-8584-17099FE0CE53}" type="presParOf" srcId="{5950354E-CCE8-405F-ABA4-E9AE15F12B99}" destId="{3D9F6910-5F82-4FB8-B477-7C950EB5A113}" srcOrd="9" destOrd="0" presId="urn:microsoft.com/office/officeart/2008/layout/LinedList"/>
    <dgm:cxn modelId="{4504D669-7C5C-482E-B074-EA36F0691D8B}" type="presParOf" srcId="{3D9F6910-5F82-4FB8-B477-7C950EB5A113}" destId="{6D919BAA-685A-42B0-9662-814AB6757CF2}" srcOrd="0" destOrd="0" presId="urn:microsoft.com/office/officeart/2008/layout/LinedList"/>
    <dgm:cxn modelId="{2DF42209-09DA-4422-A108-15E192E39D76}" type="presParOf" srcId="{3D9F6910-5F82-4FB8-B477-7C950EB5A113}" destId="{6393378F-B0B6-44BF-8611-9D083F22C18C}" srcOrd="1" destOrd="0" presId="urn:microsoft.com/office/officeart/2008/layout/LinedList"/>
    <dgm:cxn modelId="{E1E17AA1-0E0B-4075-AB44-B6468EF37C35}" type="presParOf" srcId="{5950354E-CCE8-405F-ABA4-E9AE15F12B99}" destId="{69B44A95-7BA9-4809-85AB-E3E3055C02E7}" srcOrd="10" destOrd="0" presId="urn:microsoft.com/office/officeart/2008/layout/LinedList"/>
    <dgm:cxn modelId="{7EEC6615-D4BD-4970-90DB-D9643BC39B17}" type="presParOf" srcId="{5950354E-CCE8-405F-ABA4-E9AE15F12B99}" destId="{371679AF-2C5D-4123-9B3C-4740598E112D}" srcOrd="11" destOrd="0" presId="urn:microsoft.com/office/officeart/2008/layout/LinedList"/>
    <dgm:cxn modelId="{BCD2614D-5551-4B31-BFD3-B0D84ECEBF4F}" type="presParOf" srcId="{371679AF-2C5D-4123-9B3C-4740598E112D}" destId="{39AA11AF-01B6-4EB1-A21E-C5F24F947242}" srcOrd="0" destOrd="0" presId="urn:microsoft.com/office/officeart/2008/layout/LinedList"/>
    <dgm:cxn modelId="{03F714AF-9026-495E-834C-D9F2CEB1589F}" type="presParOf" srcId="{371679AF-2C5D-4123-9B3C-4740598E112D}" destId="{E8E64A64-E4B3-4D2B-863B-CD3386F7CC41}" srcOrd="1" destOrd="0" presId="urn:microsoft.com/office/officeart/2008/layout/LinedList"/>
    <dgm:cxn modelId="{94FDB913-8A75-4A28-AB0F-EA1A0CCD8358}" type="presParOf" srcId="{5950354E-CCE8-405F-ABA4-E9AE15F12B99}" destId="{896B9BEE-B823-46C6-955B-599328C5DABE}" srcOrd="12" destOrd="0" presId="urn:microsoft.com/office/officeart/2008/layout/LinedList"/>
    <dgm:cxn modelId="{028C2BF8-61D1-4D7E-928A-F4F6E19C00B0}" type="presParOf" srcId="{5950354E-CCE8-405F-ABA4-E9AE15F12B99}" destId="{EE4D8373-3724-46D3-8574-7E8049F01393}" srcOrd="13" destOrd="0" presId="urn:microsoft.com/office/officeart/2008/layout/LinedList"/>
    <dgm:cxn modelId="{EB637782-EA2E-4004-94DC-5B0385DA041F}" type="presParOf" srcId="{EE4D8373-3724-46D3-8574-7E8049F01393}" destId="{22AB34F4-02DB-431A-9247-AB0B6C7EF2B4}" srcOrd="0" destOrd="0" presId="urn:microsoft.com/office/officeart/2008/layout/LinedList"/>
    <dgm:cxn modelId="{BC316316-5B3C-4A4F-9E3C-089DFC00DBAB}" type="presParOf" srcId="{EE4D8373-3724-46D3-8574-7E8049F01393}" destId="{DFE015AF-EA3B-494E-9331-D738CB1A8C95}" srcOrd="1" destOrd="0" presId="urn:microsoft.com/office/officeart/2008/layout/LinedList"/>
    <dgm:cxn modelId="{D110678C-06A9-45C8-ABAF-A6EA89C32089}" type="presParOf" srcId="{5950354E-CCE8-405F-ABA4-E9AE15F12B99}" destId="{544E3C2F-7587-4C4F-9DAF-8EC3A87C750B}" srcOrd="14" destOrd="0" presId="urn:microsoft.com/office/officeart/2008/layout/LinedList"/>
    <dgm:cxn modelId="{F8C7223F-CE96-46D4-BFE4-DAE369122440}" type="presParOf" srcId="{5950354E-CCE8-405F-ABA4-E9AE15F12B99}" destId="{6EB08D1D-C12E-4B42-B403-B427F2F6BA71}" srcOrd="15" destOrd="0" presId="urn:microsoft.com/office/officeart/2008/layout/LinedList"/>
    <dgm:cxn modelId="{80C43AA4-08C9-4C89-95DD-CEAA5146A4DF}" type="presParOf" srcId="{6EB08D1D-C12E-4B42-B403-B427F2F6BA71}" destId="{7BFD96C2-EEF1-44FA-8451-671C7CDDF28B}" srcOrd="0" destOrd="0" presId="urn:microsoft.com/office/officeart/2008/layout/LinedList"/>
    <dgm:cxn modelId="{F0829AB9-0663-4E30-830F-917DE32FEA6C}" type="presParOf" srcId="{6EB08D1D-C12E-4B42-B403-B427F2F6BA71}" destId="{FD96C4D9-BB82-4961-9E98-784EA5DD1128}" srcOrd="1" destOrd="0" presId="urn:microsoft.com/office/officeart/2008/layout/LinedList"/>
    <dgm:cxn modelId="{587EEC3F-0E2C-4BFF-AF64-00D9EAB57100}" type="presParOf" srcId="{5950354E-CCE8-405F-ABA4-E9AE15F12B99}" destId="{62238040-EE00-48B7-BC93-25F013D4AFF6}" srcOrd="16" destOrd="0" presId="urn:microsoft.com/office/officeart/2008/layout/LinedList"/>
    <dgm:cxn modelId="{C7A7D34E-9AC2-47DE-BE97-8D006A5A4661}" type="presParOf" srcId="{5950354E-CCE8-405F-ABA4-E9AE15F12B99}" destId="{632D0C3A-82A5-4A7A-AD6E-49C481B04359}" srcOrd="17" destOrd="0" presId="urn:microsoft.com/office/officeart/2008/layout/LinedList"/>
    <dgm:cxn modelId="{6AE9FB2E-3801-42B3-9774-3B981119C6C8}" type="presParOf" srcId="{632D0C3A-82A5-4A7A-AD6E-49C481B04359}" destId="{53D8A03B-68FB-4AF8-8C7B-E5901DBD8B8A}" srcOrd="0" destOrd="0" presId="urn:microsoft.com/office/officeart/2008/layout/LinedList"/>
    <dgm:cxn modelId="{00736479-4B33-41AB-A617-843D7620C606}" type="presParOf" srcId="{632D0C3A-82A5-4A7A-AD6E-49C481B04359}" destId="{FFEBB2C1-52CB-4DFA-AAA7-696336438B0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C91404D-D1D4-4207-8D63-2CB15A519C6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2A41FEE-63B3-4BF4-A991-DDB3B6280F76}">
      <dgm:prSet/>
      <dgm:spPr/>
      <dgm:t>
        <a:bodyPr/>
        <a:lstStyle/>
        <a:p>
          <a:r>
            <a:rPr lang="en-US"/>
            <a:t>Developed a multimodal assistive perception system.</a:t>
          </a:r>
        </a:p>
      </dgm:t>
    </dgm:pt>
    <dgm:pt modelId="{015313C7-F2C6-4DE3-A8AA-67C2B68272D5}" type="parTrans" cxnId="{D15673DC-8821-4A4A-B255-536E267CEAA1}">
      <dgm:prSet/>
      <dgm:spPr/>
      <dgm:t>
        <a:bodyPr/>
        <a:lstStyle/>
        <a:p>
          <a:endParaRPr lang="en-US"/>
        </a:p>
      </dgm:t>
    </dgm:pt>
    <dgm:pt modelId="{79AB29A7-AB5D-4357-AC55-E9D72FC826BC}" type="sibTrans" cxnId="{D15673DC-8821-4A4A-B255-536E267CEAA1}">
      <dgm:prSet/>
      <dgm:spPr/>
      <dgm:t>
        <a:bodyPr/>
        <a:lstStyle/>
        <a:p>
          <a:endParaRPr lang="en-US"/>
        </a:p>
      </dgm:t>
    </dgm:pt>
    <dgm:pt modelId="{1C203F52-58E9-4BC3-89CE-551CEC2C9E99}">
      <dgm:prSet/>
      <dgm:spPr/>
      <dgm:t>
        <a:bodyPr/>
        <a:lstStyle/>
        <a:p>
          <a:r>
            <a:rPr lang="en-US"/>
            <a:t>Demonstrated contextual understanding beyond object detection.</a:t>
          </a:r>
        </a:p>
      </dgm:t>
    </dgm:pt>
    <dgm:pt modelId="{C2A4C4B7-2FDB-44D7-98E1-8C75A5383BC8}" type="parTrans" cxnId="{025A048B-14FA-4F20-9813-E645ED9CAB3D}">
      <dgm:prSet/>
      <dgm:spPr/>
      <dgm:t>
        <a:bodyPr/>
        <a:lstStyle/>
        <a:p>
          <a:endParaRPr lang="en-US"/>
        </a:p>
      </dgm:t>
    </dgm:pt>
    <dgm:pt modelId="{3E630A5E-39C6-42A0-9D28-BD12E1CBAB50}" type="sibTrans" cxnId="{025A048B-14FA-4F20-9813-E645ED9CAB3D}">
      <dgm:prSet/>
      <dgm:spPr/>
      <dgm:t>
        <a:bodyPr/>
        <a:lstStyle/>
        <a:p>
          <a:endParaRPr lang="en-US"/>
        </a:p>
      </dgm:t>
    </dgm:pt>
    <dgm:pt modelId="{6DB8BD30-6733-4E41-AE4B-78DA400CDD8B}">
      <dgm:prSet/>
      <dgm:spPr/>
      <dgm:t>
        <a:bodyPr/>
        <a:lstStyle/>
        <a:p>
          <a:r>
            <a:rPr lang="en-US"/>
            <a:t>Identified performance trade-offs in real-time deployment.</a:t>
          </a:r>
        </a:p>
      </dgm:t>
    </dgm:pt>
    <dgm:pt modelId="{169807C2-3DF3-4A1E-8F6F-0C61EC2B5594}" type="parTrans" cxnId="{483623C1-3D9F-4768-A9D9-BB89E3F52348}">
      <dgm:prSet/>
      <dgm:spPr/>
      <dgm:t>
        <a:bodyPr/>
        <a:lstStyle/>
        <a:p>
          <a:endParaRPr lang="en-US"/>
        </a:p>
      </dgm:t>
    </dgm:pt>
    <dgm:pt modelId="{F103D686-366E-422B-9FA2-041F0C911109}" type="sibTrans" cxnId="{483623C1-3D9F-4768-A9D9-BB89E3F52348}">
      <dgm:prSet/>
      <dgm:spPr/>
      <dgm:t>
        <a:bodyPr/>
        <a:lstStyle/>
        <a:p>
          <a:endParaRPr lang="en-US"/>
        </a:p>
      </dgm:t>
    </dgm:pt>
    <dgm:pt modelId="{7C7DAC03-A4AC-4677-B429-72479277E629}">
      <dgm:prSet/>
      <dgm:spPr/>
      <dgm:t>
        <a:bodyPr/>
        <a:lstStyle/>
        <a:p>
          <a:r>
            <a:rPr lang="en-US"/>
            <a:t>Provides foundation for practical assistive AI systems.</a:t>
          </a:r>
        </a:p>
      </dgm:t>
    </dgm:pt>
    <dgm:pt modelId="{BF850D42-92A2-4890-B461-C9903E32B739}" type="parTrans" cxnId="{8FC5F2A3-5D61-4FE2-89A5-232745168304}">
      <dgm:prSet/>
      <dgm:spPr/>
      <dgm:t>
        <a:bodyPr/>
        <a:lstStyle/>
        <a:p>
          <a:endParaRPr lang="en-US"/>
        </a:p>
      </dgm:t>
    </dgm:pt>
    <dgm:pt modelId="{64C7B3C5-5153-4D23-86F8-9BE859F1DF31}" type="sibTrans" cxnId="{8FC5F2A3-5D61-4FE2-89A5-232745168304}">
      <dgm:prSet/>
      <dgm:spPr/>
      <dgm:t>
        <a:bodyPr/>
        <a:lstStyle/>
        <a:p>
          <a:endParaRPr lang="en-US"/>
        </a:p>
      </dgm:t>
    </dgm:pt>
    <dgm:pt modelId="{579AC378-A43E-4FDE-AC29-E123055127E7}" type="pres">
      <dgm:prSet presAssocID="{6C91404D-D1D4-4207-8D63-2CB15A519C6C}" presName="root" presStyleCnt="0">
        <dgm:presLayoutVars>
          <dgm:dir/>
          <dgm:resizeHandles val="exact"/>
        </dgm:presLayoutVars>
      </dgm:prSet>
      <dgm:spPr/>
    </dgm:pt>
    <dgm:pt modelId="{E440C709-5CE5-4347-B234-F7FD1246BBFA}" type="pres">
      <dgm:prSet presAssocID="{02A41FEE-63B3-4BF4-A991-DDB3B6280F76}" presName="compNode" presStyleCnt="0"/>
      <dgm:spPr/>
    </dgm:pt>
    <dgm:pt modelId="{E4E72E99-9791-40C4-8ED2-ED6CC7CE11F3}" type="pres">
      <dgm:prSet presAssocID="{02A41FEE-63B3-4BF4-A991-DDB3B6280F76}" presName="bgRect" presStyleLbl="bgShp" presStyleIdx="0" presStyleCnt="4"/>
      <dgm:spPr/>
    </dgm:pt>
    <dgm:pt modelId="{B877A152-EFE3-42DC-AAD5-354E67857FD3}" type="pres">
      <dgm:prSet presAssocID="{02A41FEE-63B3-4BF4-A991-DDB3B6280F7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E7691D70-9BF4-416D-9555-AAA8C4ABD74E}" type="pres">
      <dgm:prSet presAssocID="{02A41FEE-63B3-4BF4-A991-DDB3B6280F76}" presName="spaceRect" presStyleCnt="0"/>
      <dgm:spPr/>
    </dgm:pt>
    <dgm:pt modelId="{CA5131CA-A7EC-43A7-B6EA-E4ED06239D11}" type="pres">
      <dgm:prSet presAssocID="{02A41FEE-63B3-4BF4-A991-DDB3B6280F76}" presName="parTx" presStyleLbl="revTx" presStyleIdx="0" presStyleCnt="4">
        <dgm:presLayoutVars>
          <dgm:chMax val="0"/>
          <dgm:chPref val="0"/>
        </dgm:presLayoutVars>
      </dgm:prSet>
      <dgm:spPr/>
    </dgm:pt>
    <dgm:pt modelId="{ABEE4771-7A73-45B6-B78F-F2D3C2CDDBFC}" type="pres">
      <dgm:prSet presAssocID="{79AB29A7-AB5D-4357-AC55-E9D72FC826BC}" presName="sibTrans" presStyleCnt="0"/>
      <dgm:spPr/>
    </dgm:pt>
    <dgm:pt modelId="{3C619CBB-102E-4300-8BEA-FAD53D86F9F6}" type="pres">
      <dgm:prSet presAssocID="{1C203F52-58E9-4BC3-89CE-551CEC2C9E99}" presName="compNode" presStyleCnt="0"/>
      <dgm:spPr/>
    </dgm:pt>
    <dgm:pt modelId="{3ABB40AA-CD40-4EF3-A60B-B977A1FFE2C4}" type="pres">
      <dgm:prSet presAssocID="{1C203F52-58E9-4BC3-89CE-551CEC2C9E99}" presName="bgRect" presStyleLbl="bgShp" presStyleIdx="1" presStyleCnt="4"/>
      <dgm:spPr/>
    </dgm:pt>
    <dgm:pt modelId="{110C1F9B-E140-405E-8BB1-4A7B727518EC}" type="pres">
      <dgm:prSet presAssocID="{1C203F52-58E9-4BC3-89CE-551CEC2C9E9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0CFF3ECC-4DE9-48E0-B43B-4E8EC5595BAA}" type="pres">
      <dgm:prSet presAssocID="{1C203F52-58E9-4BC3-89CE-551CEC2C9E99}" presName="spaceRect" presStyleCnt="0"/>
      <dgm:spPr/>
    </dgm:pt>
    <dgm:pt modelId="{A1FA65E0-7630-47FB-9EFE-333652E928B0}" type="pres">
      <dgm:prSet presAssocID="{1C203F52-58E9-4BC3-89CE-551CEC2C9E99}" presName="parTx" presStyleLbl="revTx" presStyleIdx="1" presStyleCnt="4">
        <dgm:presLayoutVars>
          <dgm:chMax val="0"/>
          <dgm:chPref val="0"/>
        </dgm:presLayoutVars>
      </dgm:prSet>
      <dgm:spPr/>
    </dgm:pt>
    <dgm:pt modelId="{861C04F2-0EE1-4245-8836-030C6C005134}" type="pres">
      <dgm:prSet presAssocID="{3E630A5E-39C6-42A0-9D28-BD12E1CBAB50}" presName="sibTrans" presStyleCnt="0"/>
      <dgm:spPr/>
    </dgm:pt>
    <dgm:pt modelId="{CCB89515-75B1-48F3-A98E-3291F301CC93}" type="pres">
      <dgm:prSet presAssocID="{6DB8BD30-6733-4E41-AE4B-78DA400CDD8B}" presName="compNode" presStyleCnt="0"/>
      <dgm:spPr/>
    </dgm:pt>
    <dgm:pt modelId="{7C43C3BD-923D-4EA7-92DC-4E63CB5E763B}" type="pres">
      <dgm:prSet presAssocID="{6DB8BD30-6733-4E41-AE4B-78DA400CDD8B}" presName="bgRect" presStyleLbl="bgShp" presStyleIdx="2" presStyleCnt="4"/>
      <dgm:spPr/>
    </dgm:pt>
    <dgm:pt modelId="{29BDFDD3-D862-4B71-9C74-E26FF0FC89F3}" type="pres">
      <dgm:prSet presAssocID="{6DB8BD30-6733-4E41-AE4B-78DA400CDD8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0107DA5-3208-47D8-8364-D0AB67E7B97E}" type="pres">
      <dgm:prSet presAssocID="{6DB8BD30-6733-4E41-AE4B-78DA400CDD8B}" presName="spaceRect" presStyleCnt="0"/>
      <dgm:spPr/>
    </dgm:pt>
    <dgm:pt modelId="{AC44959D-1A0C-424E-8C23-5236DBB8AD4C}" type="pres">
      <dgm:prSet presAssocID="{6DB8BD30-6733-4E41-AE4B-78DA400CDD8B}" presName="parTx" presStyleLbl="revTx" presStyleIdx="2" presStyleCnt="4">
        <dgm:presLayoutVars>
          <dgm:chMax val="0"/>
          <dgm:chPref val="0"/>
        </dgm:presLayoutVars>
      </dgm:prSet>
      <dgm:spPr/>
    </dgm:pt>
    <dgm:pt modelId="{1E56065C-22B9-4CE8-B3D0-A706CF64629D}" type="pres">
      <dgm:prSet presAssocID="{F103D686-366E-422B-9FA2-041F0C911109}" presName="sibTrans" presStyleCnt="0"/>
      <dgm:spPr/>
    </dgm:pt>
    <dgm:pt modelId="{7CE4DFC8-20D2-4E2F-96C9-A46D4A921AC6}" type="pres">
      <dgm:prSet presAssocID="{7C7DAC03-A4AC-4677-B429-72479277E629}" presName="compNode" presStyleCnt="0"/>
      <dgm:spPr/>
    </dgm:pt>
    <dgm:pt modelId="{84B4251C-23E2-46F5-8EBA-0F7701E17ED8}" type="pres">
      <dgm:prSet presAssocID="{7C7DAC03-A4AC-4677-B429-72479277E629}" presName="bgRect" presStyleLbl="bgShp" presStyleIdx="3" presStyleCnt="4"/>
      <dgm:spPr/>
    </dgm:pt>
    <dgm:pt modelId="{CD83360F-3620-41DB-82A9-F1E5226F6CD1}" type="pres">
      <dgm:prSet presAssocID="{7C7DAC03-A4AC-4677-B429-72479277E62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2B74486-E56C-4646-BD31-F1739957E25C}" type="pres">
      <dgm:prSet presAssocID="{7C7DAC03-A4AC-4677-B429-72479277E629}" presName="spaceRect" presStyleCnt="0"/>
      <dgm:spPr/>
    </dgm:pt>
    <dgm:pt modelId="{67A3999E-B097-4ABE-AEAD-468EF019D2AB}" type="pres">
      <dgm:prSet presAssocID="{7C7DAC03-A4AC-4677-B429-72479277E62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EE7D72C-A66C-4DEC-B1FD-783E84DCE914}" type="presOf" srcId="{6C91404D-D1D4-4207-8D63-2CB15A519C6C}" destId="{579AC378-A43E-4FDE-AC29-E123055127E7}" srcOrd="0" destOrd="0" presId="urn:microsoft.com/office/officeart/2018/2/layout/IconVerticalSolidList"/>
    <dgm:cxn modelId="{4AA2BB46-6FE5-431F-98DC-331DE0473733}" type="presOf" srcId="{6DB8BD30-6733-4E41-AE4B-78DA400CDD8B}" destId="{AC44959D-1A0C-424E-8C23-5236DBB8AD4C}" srcOrd="0" destOrd="0" presId="urn:microsoft.com/office/officeart/2018/2/layout/IconVerticalSolidList"/>
    <dgm:cxn modelId="{9655B152-F162-42BC-A12E-C3126233847A}" type="presOf" srcId="{7C7DAC03-A4AC-4677-B429-72479277E629}" destId="{67A3999E-B097-4ABE-AEAD-468EF019D2AB}" srcOrd="0" destOrd="0" presId="urn:microsoft.com/office/officeart/2018/2/layout/IconVerticalSolidList"/>
    <dgm:cxn modelId="{025A048B-14FA-4F20-9813-E645ED9CAB3D}" srcId="{6C91404D-D1D4-4207-8D63-2CB15A519C6C}" destId="{1C203F52-58E9-4BC3-89CE-551CEC2C9E99}" srcOrd="1" destOrd="0" parTransId="{C2A4C4B7-2FDB-44D7-98E1-8C75A5383BC8}" sibTransId="{3E630A5E-39C6-42A0-9D28-BD12E1CBAB50}"/>
    <dgm:cxn modelId="{8FC5F2A3-5D61-4FE2-89A5-232745168304}" srcId="{6C91404D-D1D4-4207-8D63-2CB15A519C6C}" destId="{7C7DAC03-A4AC-4677-B429-72479277E629}" srcOrd="3" destOrd="0" parTransId="{BF850D42-92A2-4890-B461-C9903E32B739}" sibTransId="{64C7B3C5-5153-4D23-86F8-9BE859F1DF31}"/>
    <dgm:cxn modelId="{483623C1-3D9F-4768-A9D9-BB89E3F52348}" srcId="{6C91404D-D1D4-4207-8D63-2CB15A519C6C}" destId="{6DB8BD30-6733-4E41-AE4B-78DA400CDD8B}" srcOrd="2" destOrd="0" parTransId="{169807C2-3DF3-4A1E-8F6F-0C61EC2B5594}" sibTransId="{F103D686-366E-422B-9FA2-041F0C911109}"/>
    <dgm:cxn modelId="{B1E918D7-45BB-4703-ACDF-8878CF0C3F7A}" type="presOf" srcId="{02A41FEE-63B3-4BF4-A991-DDB3B6280F76}" destId="{CA5131CA-A7EC-43A7-B6EA-E4ED06239D11}" srcOrd="0" destOrd="0" presId="urn:microsoft.com/office/officeart/2018/2/layout/IconVerticalSolidList"/>
    <dgm:cxn modelId="{D15673DC-8821-4A4A-B255-536E267CEAA1}" srcId="{6C91404D-D1D4-4207-8D63-2CB15A519C6C}" destId="{02A41FEE-63B3-4BF4-A991-DDB3B6280F76}" srcOrd="0" destOrd="0" parTransId="{015313C7-F2C6-4DE3-A8AA-67C2B68272D5}" sibTransId="{79AB29A7-AB5D-4357-AC55-E9D72FC826BC}"/>
    <dgm:cxn modelId="{C1B361F6-CD1C-4C3B-9FD5-6EE41B48C894}" type="presOf" srcId="{1C203F52-58E9-4BC3-89CE-551CEC2C9E99}" destId="{A1FA65E0-7630-47FB-9EFE-333652E928B0}" srcOrd="0" destOrd="0" presId="urn:microsoft.com/office/officeart/2018/2/layout/IconVerticalSolidList"/>
    <dgm:cxn modelId="{D2394D11-66E0-4868-9A9D-24AB4CFBC0F8}" type="presParOf" srcId="{579AC378-A43E-4FDE-AC29-E123055127E7}" destId="{E440C709-5CE5-4347-B234-F7FD1246BBFA}" srcOrd="0" destOrd="0" presId="urn:microsoft.com/office/officeart/2018/2/layout/IconVerticalSolidList"/>
    <dgm:cxn modelId="{2CF0CC1E-FC38-46F8-AE96-1BE7C6785F54}" type="presParOf" srcId="{E440C709-5CE5-4347-B234-F7FD1246BBFA}" destId="{E4E72E99-9791-40C4-8ED2-ED6CC7CE11F3}" srcOrd="0" destOrd="0" presId="urn:microsoft.com/office/officeart/2018/2/layout/IconVerticalSolidList"/>
    <dgm:cxn modelId="{F8ECC5F8-540F-4A68-A989-DCF730FC120D}" type="presParOf" srcId="{E440C709-5CE5-4347-B234-F7FD1246BBFA}" destId="{B877A152-EFE3-42DC-AAD5-354E67857FD3}" srcOrd="1" destOrd="0" presId="urn:microsoft.com/office/officeart/2018/2/layout/IconVerticalSolidList"/>
    <dgm:cxn modelId="{A5DBE75D-1F5F-4BD1-B21A-757A82456A5E}" type="presParOf" srcId="{E440C709-5CE5-4347-B234-F7FD1246BBFA}" destId="{E7691D70-9BF4-416D-9555-AAA8C4ABD74E}" srcOrd="2" destOrd="0" presId="urn:microsoft.com/office/officeart/2018/2/layout/IconVerticalSolidList"/>
    <dgm:cxn modelId="{22667B61-9BD4-42CB-A853-8EF872064B46}" type="presParOf" srcId="{E440C709-5CE5-4347-B234-F7FD1246BBFA}" destId="{CA5131CA-A7EC-43A7-B6EA-E4ED06239D11}" srcOrd="3" destOrd="0" presId="urn:microsoft.com/office/officeart/2018/2/layout/IconVerticalSolidList"/>
    <dgm:cxn modelId="{8D473222-A5CF-4D93-8F4D-F0B8D5DECB5A}" type="presParOf" srcId="{579AC378-A43E-4FDE-AC29-E123055127E7}" destId="{ABEE4771-7A73-45B6-B78F-F2D3C2CDDBFC}" srcOrd="1" destOrd="0" presId="urn:microsoft.com/office/officeart/2018/2/layout/IconVerticalSolidList"/>
    <dgm:cxn modelId="{7561FE44-0E5F-451B-AC97-BF3886C96644}" type="presParOf" srcId="{579AC378-A43E-4FDE-AC29-E123055127E7}" destId="{3C619CBB-102E-4300-8BEA-FAD53D86F9F6}" srcOrd="2" destOrd="0" presId="urn:microsoft.com/office/officeart/2018/2/layout/IconVerticalSolidList"/>
    <dgm:cxn modelId="{BD21C29E-2709-40D5-B9D3-67C8B62CE6E5}" type="presParOf" srcId="{3C619CBB-102E-4300-8BEA-FAD53D86F9F6}" destId="{3ABB40AA-CD40-4EF3-A60B-B977A1FFE2C4}" srcOrd="0" destOrd="0" presId="urn:microsoft.com/office/officeart/2018/2/layout/IconVerticalSolidList"/>
    <dgm:cxn modelId="{24F46411-4712-4C72-B6A0-61B7927F39D8}" type="presParOf" srcId="{3C619CBB-102E-4300-8BEA-FAD53D86F9F6}" destId="{110C1F9B-E140-405E-8BB1-4A7B727518EC}" srcOrd="1" destOrd="0" presId="urn:microsoft.com/office/officeart/2018/2/layout/IconVerticalSolidList"/>
    <dgm:cxn modelId="{0D4488C7-4BB1-48C3-9A16-9226DB38A65F}" type="presParOf" srcId="{3C619CBB-102E-4300-8BEA-FAD53D86F9F6}" destId="{0CFF3ECC-4DE9-48E0-B43B-4E8EC5595BAA}" srcOrd="2" destOrd="0" presId="urn:microsoft.com/office/officeart/2018/2/layout/IconVerticalSolidList"/>
    <dgm:cxn modelId="{F9434360-6E25-43B3-A42F-C510E6F65179}" type="presParOf" srcId="{3C619CBB-102E-4300-8BEA-FAD53D86F9F6}" destId="{A1FA65E0-7630-47FB-9EFE-333652E928B0}" srcOrd="3" destOrd="0" presId="urn:microsoft.com/office/officeart/2018/2/layout/IconVerticalSolidList"/>
    <dgm:cxn modelId="{4129280E-DE65-4F4D-8310-BC07646101F4}" type="presParOf" srcId="{579AC378-A43E-4FDE-AC29-E123055127E7}" destId="{861C04F2-0EE1-4245-8836-030C6C005134}" srcOrd="3" destOrd="0" presId="urn:microsoft.com/office/officeart/2018/2/layout/IconVerticalSolidList"/>
    <dgm:cxn modelId="{0889849D-F971-40B2-9E69-08E3C7C254AA}" type="presParOf" srcId="{579AC378-A43E-4FDE-AC29-E123055127E7}" destId="{CCB89515-75B1-48F3-A98E-3291F301CC93}" srcOrd="4" destOrd="0" presId="urn:microsoft.com/office/officeart/2018/2/layout/IconVerticalSolidList"/>
    <dgm:cxn modelId="{569BA992-AADE-4E20-9DF8-5F20A023ED3C}" type="presParOf" srcId="{CCB89515-75B1-48F3-A98E-3291F301CC93}" destId="{7C43C3BD-923D-4EA7-92DC-4E63CB5E763B}" srcOrd="0" destOrd="0" presId="urn:microsoft.com/office/officeart/2018/2/layout/IconVerticalSolidList"/>
    <dgm:cxn modelId="{DF9C2503-2B7B-4846-ACC5-07AB42B9B40D}" type="presParOf" srcId="{CCB89515-75B1-48F3-A98E-3291F301CC93}" destId="{29BDFDD3-D862-4B71-9C74-E26FF0FC89F3}" srcOrd="1" destOrd="0" presId="urn:microsoft.com/office/officeart/2018/2/layout/IconVerticalSolidList"/>
    <dgm:cxn modelId="{7119CFFE-5893-4524-BE0A-E35F1693208D}" type="presParOf" srcId="{CCB89515-75B1-48F3-A98E-3291F301CC93}" destId="{10107DA5-3208-47D8-8364-D0AB67E7B97E}" srcOrd="2" destOrd="0" presId="urn:microsoft.com/office/officeart/2018/2/layout/IconVerticalSolidList"/>
    <dgm:cxn modelId="{3B2C5C41-A1A5-443D-9946-F6F9A7E22C54}" type="presParOf" srcId="{CCB89515-75B1-48F3-A98E-3291F301CC93}" destId="{AC44959D-1A0C-424E-8C23-5236DBB8AD4C}" srcOrd="3" destOrd="0" presId="urn:microsoft.com/office/officeart/2018/2/layout/IconVerticalSolidList"/>
    <dgm:cxn modelId="{FB5C7970-4CC5-4727-AA6E-D49E00A467E5}" type="presParOf" srcId="{579AC378-A43E-4FDE-AC29-E123055127E7}" destId="{1E56065C-22B9-4CE8-B3D0-A706CF64629D}" srcOrd="5" destOrd="0" presId="urn:microsoft.com/office/officeart/2018/2/layout/IconVerticalSolidList"/>
    <dgm:cxn modelId="{1351ADA3-14FE-4867-B833-936981E3A2E4}" type="presParOf" srcId="{579AC378-A43E-4FDE-AC29-E123055127E7}" destId="{7CE4DFC8-20D2-4E2F-96C9-A46D4A921AC6}" srcOrd="6" destOrd="0" presId="urn:microsoft.com/office/officeart/2018/2/layout/IconVerticalSolidList"/>
    <dgm:cxn modelId="{EEBA7415-5217-4BF2-9964-A0C37FFAC428}" type="presParOf" srcId="{7CE4DFC8-20D2-4E2F-96C9-A46D4A921AC6}" destId="{84B4251C-23E2-46F5-8EBA-0F7701E17ED8}" srcOrd="0" destOrd="0" presId="urn:microsoft.com/office/officeart/2018/2/layout/IconVerticalSolidList"/>
    <dgm:cxn modelId="{C3C14FD7-EF66-4174-8763-569DFECEB9F6}" type="presParOf" srcId="{7CE4DFC8-20D2-4E2F-96C9-A46D4A921AC6}" destId="{CD83360F-3620-41DB-82A9-F1E5226F6CD1}" srcOrd="1" destOrd="0" presId="urn:microsoft.com/office/officeart/2018/2/layout/IconVerticalSolidList"/>
    <dgm:cxn modelId="{B5333F89-25EB-42F8-B1AF-AECEE7DCB610}" type="presParOf" srcId="{7CE4DFC8-20D2-4E2F-96C9-A46D4A921AC6}" destId="{32B74486-E56C-4646-BD31-F1739957E25C}" srcOrd="2" destOrd="0" presId="urn:microsoft.com/office/officeart/2018/2/layout/IconVerticalSolidList"/>
    <dgm:cxn modelId="{0157A778-5272-4879-8AB7-7746530A87F2}" type="presParOf" srcId="{7CE4DFC8-20D2-4E2F-96C9-A46D4A921AC6}" destId="{67A3999E-B097-4ABE-AEAD-468EF019D2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C6AD77-51C5-4BA1-BC08-55BA73917E40}">
      <dsp:nvSpPr>
        <dsp:cNvPr id="0" name=""/>
        <dsp:cNvSpPr/>
      </dsp:nvSpPr>
      <dsp:spPr>
        <a:xfrm>
          <a:off x="0" y="2209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AAEBB1-2997-4DF4-873D-6BB895C17C96}">
      <dsp:nvSpPr>
        <dsp:cNvPr id="0" name=""/>
        <dsp:cNvSpPr/>
      </dsp:nvSpPr>
      <dsp:spPr>
        <a:xfrm>
          <a:off x="0" y="2209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Object Detection – YOLOv8</a:t>
          </a:r>
        </a:p>
      </dsp:txBody>
      <dsp:txXfrm>
        <a:off x="0" y="2209"/>
        <a:ext cx="8229600" cy="753590"/>
      </dsp:txXfrm>
    </dsp:sp>
    <dsp:sp modelId="{37075824-4661-40E5-9DE9-099AA0ACF6E5}">
      <dsp:nvSpPr>
        <dsp:cNvPr id="0" name=""/>
        <dsp:cNvSpPr/>
      </dsp:nvSpPr>
      <dsp:spPr>
        <a:xfrm>
          <a:off x="0" y="75580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861657-0E84-49D3-8F04-CE330AAF432C}">
      <dsp:nvSpPr>
        <dsp:cNvPr id="0" name=""/>
        <dsp:cNvSpPr/>
      </dsp:nvSpPr>
      <dsp:spPr>
        <a:xfrm>
          <a:off x="0" y="755800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Scene Captioning – BLIP-2</a:t>
          </a:r>
        </a:p>
      </dsp:txBody>
      <dsp:txXfrm>
        <a:off x="0" y="755800"/>
        <a:ext cx="8229600" cy="753590"/>
      </dsp:txXfrm>
    </dsp:sp>
    <dsp:sp modelId="{09D39B5E-6518-4637-873D-8277F02A062A}">
      <dsp:nvSpPr>
        <dsp:cNvPr id="0" name=""/>
        <dsp:cNvSpPr/>
      </dsp:nvSpPr>
      <dsp:spPr>
        <a:xfrm>
          <a:off x="0" y="15093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BF492B-9CE2-4FEE-B878-C4C2ECE01744}">
      <dsp:nvSpPr>
        <dsp:cNvPr id="0" name=""/>
        <dsp:cNvSpPr/>
      </dsp:nvSpPr>
      <dsp:spPr>
        <a:xfrm>
          <a:off x="0" y="1509390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Text Recognition – TrOCR</a:t>
          </a:r>
        </a:p>
      </dsp:txBody>
      <dsp:txXfrm>
        <a:off x="0" y="1509390"/>
        <a:ext cx="8229600" cy="753590"/>
      </dsp:txXfrm>
    </dsp:sp>
    <dsp:sp modelId="{7FD4FEA9-8E69-41C0-A256-B792DDF3236D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54B681-8DAA-4636-B2DB-E16D22263CFC}">
      <dsp:nvSpPr>
        <dsp:cNvPr id="0" name=""/>
        <dsp:cNvSpPr/>
      </dsp:nvSpPr>
      <dsp:spPr>
        <a:xfrm>
          <a:off x="0" y="2262981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Information Fusion Layer</a:t>
          </a:r>
        </a:p>
      </dsp:txBody>
      <dsp:txXfrm>
        <a:off x="0" y="2262981"/>
        <a:ext cx="8229600" cy="753590"/>
      </dsp:txXfrm>
    </dsp:sp>
    <dsp:sp modelId="{66BF2729-8958-4CDC-AD54-D703F7F85071}">
      <dsp:nvSpPr>
        <dsp:cNvPr id="0" name=""/>
        <dsp:cNvSpPr/>
      </dsp:nvSpPr>
      <dsp:spPr>
        <a:xfrm>
          <a:off x="0" y="30165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F2E8F9-B1C0-4391-AA5A-5184E5DF53A3}">
      <dsp:nvSpPr>
        <dsp:cNvPr id="0" name=""/>
        <dsp:cNvSpPr/>
      </dsp:nvSpPr>
      <dsp:spPr>
        <a:xfrm>
          <a:off x="0" y="3016572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Text-to-Speech Audio Output</a:t>
          </a:r>
        </a:p>
      </dsp:txBody>
      <dsp:txXfrm>
        <a:off x="0" y="3016572"/>
        <a:ext cx="8229600" cy="753590"/>
      </dsp:txXfrm>
    </dsp:sp>
    <dsp:sp modelId="{8B3197A8-1B9B-45BA-8204-216EC884D7B3}">
      <dsp:nvSpPr>
        <dsp:cNvPr id="0" name=""/>
        <dsp:cNvSpPr/>
      </dsp:nvSpPr>
      <dsp:spPr>
        <a:xfrm>
          <a:off x="0" y="377016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400982-58CA-44B7-8812-F58076FFE874}">
      <dsp:nvSpPr>
        <dsp:cNvPr id="0" name=""/>
        <dsp:cNvSpPr/>
      </dsp:nvSpPr>
      <dsp:spPr>
        <a:xfrm>
          <a:off x="0" y="3770162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All modules operate sequentially to generate assistive feedback.</a:t>
          </a:r>
        </a:p>
      </dsp:txBody>
      <dsp:txXfrm>
        <a:off x="0" y="3770162"/>
        <a:ext cx="8229600" cy="7535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5C443D-3AFF-4853-B1C5-2051188720C0}">
      <dsp:nvSpPr>
        <dsp:cNvPr id="0" name=""/>
        <dsp:cNvSpPr/>
      </dsp:nvSpPr>
      <dsp:spPr>
        <a:xfrm>
          <a:off x="0" y="55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6AD117-DCFF-482B-9147-39FA584C3058}">
      <dsp:nvSpPr>
        <dsp:cNvPr id="0" name=""/>
        <dsp:cNvSpPr/>
      </dsp:nvSpPr>
      <dsp:spPr>
        <a:xfrm>
          <a:off x="0" y="552"/>
          <a:ext cx="8229600" cy="452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COCO Dataset (Filtered)</a:t>
          </a:r>
        </a:p>
      </dsp:txBody>
      <dsp:txXfrm>
        <a:off x="0" y="552"/>
        <a:ext cx="8229600" cy="452485"/>
      </dsp:txXfrm>
    </dsp:sp>
    <dsp:sp modelId="{C8D67BF5-CB0A-4F88-9F86-80295710D353}">
      <dsp:nvSpPr>
        <dsp:cNvPr id="0" name=""/>
        <dsp:cNvSpPr/>
      </dsp:nvSpPr>
      <dsp:spPr>
        <a:xfrm>
          <a:off x="0" y="45303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AB5497-76FA-4DC7-8313-B4DD4B3E23B3}">
      <dsp:nvSpPr>
        <dsp:cNvPr id="0" name=""/>
        <dsp:cNvSpPr/>
      </dsp:nvSpPr>
      <dsp:spPr>
        <a:xfrm>
          <a:off x="0" y="453038"/>
          <a:ext cx="8229600" cy="452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27 assistive-relevant object classes</a:t>
          </a:r>
        </a:p>
      </dsp:txBody>
      <dsp:txXfrm>
        <a:off x="0" y="453038"/>
        <a:ext cx="8229600" cy="452485"/>
      </dsp:txXfrm>
    </dsp:sp>
    <dsp:sp modelId="{D31E77F3-23E8-4BA4-AE70-014D019719A8}">
      <dsp:nvSpPr>
        <dsp:cNvPr id="0" name=""/>
        <dsp:cNvSpPr/>
      </dsp:nvSpPr>
      <dsp:spPr>
        <a:xfrm>
          <a:off x="0" y="90552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0B8681-3CE1-415B-B340-4EDE2B88854A}">
      <dsp:nvSpPr>
        <dsp:cNvPr id="0" name=""/>
        <dsp:cNvSpPr/>
      </dsp:nvSpPr>
      <dsp:spPr>
        <a:xfrm>
          <a:off x="0" y="905524"/>
          <a:ext cx="8229600" cy="452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Custom Road Sign Dataset</a:t>
          </a:r>
        </a:p>
      </dsp:txBody>
      <dsp:txXfrm>
        <a:off x="0" y="905524"/>
        <a:ext cx="8229600" cy="452485"/>
      </dsp:txXfrm>
    </dsp:sp>
    <dsp:sp modelId="{9AA42F40-F5DB-4EDC-9530-862A440E6C01}">
      <dsp:nvSpPr>
        <dsp:cNvPr id="0" name=""/>
        <dsp:cNvSpPr/>
      </dsp:nvSpPr>
      <dsp:spPr>
        <a:xfrm>
          <a:off x="0" y="1358009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A1CEE5-BBC2-46E2-BDE1-3052985F01E9}">
      <dsp:nvSpPr>
        <dsp:cNvPr id="0" name=""/>
        <dsp:cNvSpPr/>
      </dsp:nvSpPr>
      <dsp:spPr>
        <a:xfrm>
          <a:off x="0" y="1358009"/>
          <a:ext cx="8229600" cy="452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877 images</a:t>
          </a:r>
        </a:p>
      </dsp:txBody>
      <dsp:txXfrm>
        <a:off x="0" y="1358009"/>
        <a:ext cx="8229600" cy="452485"/>
      </dsp:txXfrm>
    </dsp:sp>
    <dsp:sp modelId="{A902D98E-C5F3-461A-BF8E-97856E932E0D}">
      <dsp:nvSpPr>
        <dsp:cNvPr id="0" name=""/>
        <dsp:cNvSpPr/>
      </dsp:nvSpPr>
      <dsp:spPr>
        <a:xfrm>
          <a:off x="0" y="181049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7C51ED-7835-4215-9CB5-03CE13AE63F8}">
      <dsp:nvSpPr>
        <dsp:cNvPr id="0" name=""/>
        <dsp:cNvSpPr/>
      </dsp:nvSpPr>
      <dsp:spPr>
        <a:xfrm>
          <a:off x="0" y="1810495"/>
          <a:ext cx="8229600" cy="452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1,244 annotations</a:t>
          </a:r>
        </a:p>
      </dsp:txBody>
      <dsp:txXfrm>
        <a:off x="0" y="1810495"/>
        <a:ext cx="8229600" cy="452485"/>
      </dsp:txXfrm>
    </dsp:sp>
    <dsp:sp modelId="{F7711A6F-D0BE-407A-BE4B-E975EEA636A2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B27D31-E1E4-47AD-89E0-4AFFF02E29C9}">
      <dsp:nvSpPr>
        <dsp:cNvPr id="0" name=""/>
        <dsp:cNvSpPr/>
      </dsp:nvSpPr>
      <dsp:spPr>
        <a:xfrm>
          <a:off x="0" y="2262981"/>
          <a:ext cx="8229600" cy="452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4 traffic-related classes</a:t>
          </a:r>
        </a:p>
      </dsp:txBody>
      <dsp:txXfrm>
        <a:off x="0" y="2262981"/>
        <a:ext cx="8229600" cy="452485"/>
      </dsp:txXfrm>
    </dsp:sp>
    <dsp:sp modelId="{4FAC2529-D8F7-408A-A292-DC9666567E16}">
      <dsp:nvSpPr>
        <dsp:cNvPr id="0" name=""/>
        <dsp:cNvSpPr/>
      </dsp:nvSpPr>
      <dsp:spPr>
        <a:xfrm>
          <a:off x="0" y="271546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6DBECC-9CDC-4FEC-9F6A-DC30A2BE5276}">
      <dsp:nvSpPr>
        <dsp:cNvPr id="0" name=""/>
        <dsp:cNvSpPr/>
      </dsp:nvSpPr>
      <dsp:spPr>
        <a:xfrm>
          <a:off x="0" y="2715467"/>
          <a:ext cx="8229600" cy="452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Final Split:</a:t>
          </a:r>
        </a:p>
      </dsp:txBody>
      <dsp:txXfrm>
        <a:off x="0" y="2715467"/>
        <a:ext cx="8229600" cy="452485"/>
      </dsp:txXfrm>
    </dsp:sp>
    <dsp:sp modelId="{FD116A4F-F400-4EF9-9E3E-1A6938F3E077}">
      <dsp:nvSpPr>
        <dsp:cNvPr id="0" name=""/>
        <dsp:cNvSpPr/>
      </dsp:nvSpPr>
      <dsp:spPr>
        <a:xfrm>
          <a:off x="0" y="3167953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19C18B-F065-4746-A98F-2229675D0DB4}">
      <dsp:nvSpPr>
        <dsp:cNvPr id="0" name=""/>
        <dsp:cNvSpPr/>
      </dsp:nvSpPr>
      <dsp:spPr>
        <a:xfrm>
          <a:off x="0" y="3167953"/>
          <a:ext cx="8229600" cy="452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Train: 10,613 images</a:t>
          </a:r>
        </a:p>
      </dsp:txBody>
      <dsp:txXfrm>
        <a:off x="0" y="3167953"/>
        <a:ext cx="8229600" cy="452485"/>
      </dsp:txXfrm>
    </dsp:sp>
    <dsp:sp modelId="{0C88C715-447D-4F64-A72A-2C76030C786B}">
      <dsp:nvSpPr>
        <dsp:cNvPr id="0" name=""/>
        <dsp:cNvSpPr/>
      </dsp:nvSpPr>
      <dsp:spPr>
        <a:xfrm>
          <a:off x="0" y="362043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BED921-5C7D-4F06-AF75-1032E457C406}">
      <dsp:nvSpPr>
        <dsp:cNvPr id="0" name=""/>
        <dsp:cNvSpPr/>
      </dsp:nvSpPr>
      <dsp:spPr>
        <a:xfrm>
          <a:off x="0" y="3620438"/>
          <a:ext cx="8229600" cy="452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Validation: 383 images (2,194 instances)</a:t>
          </a:r>
        </a:p>
      </dsp:txBody>
      <dsp:txXfrm>
        <a:off x="0" y="3620438"/>
        <a:ext cx="8229600" cy="452485"/>
      </dsp:txXfrm>
    </dsp:sp>
    <dsp:sp modelId="{7EFF8D76-E025-4C9A-B827-906931A564EE}">
      <dsp:nvSpPr>
        <dsp:cNvPr id="0" name=""/>
        <dsp:cNvSpPr/>
      </dsp:nvSpPr>
      <dsp:spPr>
        <a:xfrm>
          <a:off x="0" y="407292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5FB4E-1BF3-4767-A27F-B887B2E7AC71}">
      <dsp:nvSpPr>
        <dsp:cNvPr id="0" name=""/>
        <dsp:cNvSpPr/>
      </dsp:nvSpPr>
      <dsp:spPr>
        <a:xfrm>
          <a:off x="0" y="4072924"/>
          <a:ext cx="8229600" cy="452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Test: 333 images</a:t>
          </a:r>
        </a:p>
      </dsp:txBody>
      <dsp:txXfrm>
        <a:off x="0" y="4072924"/>
        <a:ext cx="8229600" cy="4524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0BAFF6-EE38-43CD-A988-ECE46CBCF93B}">
      <dsp:nvSpPr>
        <dsp:cNvPr id="0" name=""/>
        <dsp:cNvSpPr/>
      </dsp:nvSpPr>
      <dsp:spPr>
        <a:xfrm>
          <a:off x="0" y="55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7287C5-F964-4453-A784-2D35FC45821D}">
      <dsp:nvSpPr>
        <dsp:cNvPr id="0" name=""/>
        <dsp:cNvSpPr/>
      </dsp:nvSpPr>
      <dsp:spPr>
        <a:xfrm>
          <a:off x="0" y="552"/>
          <a:ext cx="8229600" cy="452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YOLOv8s (Ultralytics)</a:t>
          </a:r>
        </a:p>
      </dsp:txBody>
      <dsp:txXfrm>
        <a:off x="0" y="552"/>
        <a:ext cx="8229600" cy="452485"/>
      </dsp:txXfrm>
    </dsp:sp>
    <dsp:sp modelId="{EA0B8DDB-5587-427A-9E84-04617AD78ED9}">
      <dsp:nvSpPr>
        <dsp:cNvPr id="0" name=""/>
        <dsp:cNvSpPr/>
      </dsp:nvSpPr>
      <dsp:spPr>
        <a:xfrm>
          <a:off x="0" y="45303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9550C9-3E27-45A8-87F5-9D2762D1FA3D}">
      <dsp:nvSpPr>
        <dsp:cNvPr id="0" name=""/>
        <dsp:cNvSpPr/>
      </dsp:nvSpPr>
      <dsp:spPr>
        <a:xfrm>
          <a:off x="0" y="453038"/>
          <a:ext cx="8229600" cy="452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11.1M parameters</a:t>
          </a:r>
        </a:p>
      </dsp:txBody>
      <dsp:txXfrm>
        <a:off x="0" y="453038"/>
        <a:ext cx="8229600" cy="452485"/>
      </dsp:txXfrm>
    </dsp:sp>
    <dsp:sp modelId="{8392F097-C9BE-44F1-8477-4A1F6F998385}">
      <dsp:nvSpPr>
        <dsp:cNvPr id="0" name=""/>
        <dsp:cNvSpPr/>
      </dsp:nvSpPr>
      <dsp:spPr>
        <a:xfrm>
          <a:off x="0" y="90552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7D60F-D25B-4089-8B2D-0177D5EAB55B}">
      <dsp:nvSpPr>
        <dsp:cNvPr id="0" name=""/>
        <dsp:cNvSpPr/>
      </dsp:nvSpPr>
      <dsp:spPr>
        <a:xfrm>
          <a:off x="0" y="905524"/>
          <a:ext cx="8229600" cy="452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28.5 GFLOPs</a:t>
          </a:r>
        </a:p>
      </dsp:txBody>
      <dsp:txXfrm>
        <a:off x="0" y="905524"/>
        <a:ext cx="8229600" cy="452485"/>
      </dsp:txXfrm>
    </dsp:sp>
    <dsp:sp modelId="{53EB6163-C2E5-49C0-8FC8-F43EF6EB597F}">
      <dsp:nvSpPr>
        <dsp:cNvPr id="0" name=""/>
        <dsp:cNvSpPr/>
      </dsp:nvSpPr>
      <dsp:spPr>
        <a:xfrm>
          <a:off x="0" y="1358009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BDFEA4-4902-423E-8DE9-6F826CED4376}">
      <dsp:nvSpPr>
        <dsp:cNvPr id="0" name=""/>
        <dsp:cNvSpPr/>
      </dsp:nvSpPr>
      <dsp:spPr>
        <a:xfrm>
          <a:off x="0" y="1358009"/>
          <a:ext cx="8229600" cy="452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73 layers</a:t>
          </a:r>
        </a:p>
      </dsp:txBody>
      <dsp:txXfrm>
        <a:off x="0" y="1358009"/>
        <a:ext cx="8229600" cy="452485"/>
      </dsp:txXfrm>
    </dsp:sp>
    <dsp:sp modelId="{A9D3410F-D863-4E48-8ECC-59EB1F186C66}">
      <dsp:nvSpPr>
        <dsp:cNvPr id="0" name=""/>
        <dsp:cNvSpPr/>
      </dsp:nvSpPr>
      <dsp:spPr>
        <a:xfrm>
          <a:off x="0" y="181049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FEAD63-0917-458E-AEF7-F78C1E012FEE}">
      <dsp:nvSpPr>
        <dsp:cNvPr id="0" name=""/>
        <dsp:cNvSpPr/>
      </dsp:nvSpPr>
      <dsp:spPr>
        <a:xfrm>
          <a:off x="0" y="1810495"/>
          <a:ext cx="8229600" cy="452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Training Configuration:</a:t>
          </a:r>
        </a:p>
      </dsp:txBody>
      <dsp:txXfrm>
        <a:off x="0" y="1810495"/>
        <a:ext cx="8229600" cy="452485"/>
      </dsp:txXfrm>
    </dsp:sp>
    <dsp:sp modelId="{4D9E0CE6-5A46-4378-AFFE-7A9C3C7A06B8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44E302-0790-44B7-927F-BFC709F22F06}">
      <dsp:nvSpPr>
        <dsp:cNvPr id="0" name=""/>
        <dsp:cNvSpPr/>
      </dsp:nvSpPr>
      <dsp:spPr>
        <a:xfrm>
          <a:off x="0" y="2262981"/>
          <a:ext cx="8229600" cy="452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100 epochs, batch size 32</a:t>
          </a:r>
        </a:p>
      </dsp:txBody>
      <dsp:txXfrm>
        <a:off x="0" y="2262981"/>
        <a:ext cx="8229600" cy="452485"/>
      </dsp:txXfrm>
    </dsp:sp>
    <dsp:sp modelId="{F000F909-77E7-46DC-91C2-324CCE2922CF}">
      <dsp:nvSpPr>
        <dsp:cNvPr id="0" name=""/>
        <dsp:cNvSpPr/>
      </dsp:nvSpPr>
      <dsp:spPr>
        <a:xfrm>
          <a:off x="0" y="271546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CFD5E1-F34F-40D8-A750-E77E14EC6751}">
      <dsp:nvSpPr>
        <dsp:cNvPr id="0" name=""/>
        <dsp:cNvSpPr/>
      </dsp:nvSpPr>
      <dsp:spPr>
        <a:xfrm>
          <a:off x="0" y="2715467"/>
          <a:ext cx="8229600" cy="452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Image size: 640x640</a:t>
          </a:r>
        </a:p>
      </dsp:txBody>
      <dsp:txXfrm>
        <a:off x="0" y="2715467"/>
        <a:ext cx="8229600" cy="452485"/>
      </dsp:txXfrm>
    </dsp:sp>
    <dsp:sp modelId="{116E0DE2-B2FB-48E6-91F8-993FD0A66713}">
      <dsp:nvSpPr>
        <dsp:cNvPr id="0" name=""/>
        <dsp:cNvSpPr/>
      </dsp:nvSpPr>
      <dsp:spPr>
        <a:xfrm>
          <a:off x="0" y="3167953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D72A8-D732-433A-81B9-49AC3D0EE09E}">
      <dsp:nvSpPr>
        <dsp:cNvPr id="0" name=""/>
        <dsp:cNvSpPr/>
      </dsp:nvSpPr>
      <dsp:spPr>
        <a:xfrm>
          <a:off x="0" y="3167953"/>
          <a:ext cx="8229600" cy="452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Optimizer: </a:t>
          </a:r>
          <a:r>
            <a:rPr lang="en-US" sz="2000" kern="1200" dirty="0" err="1"/>
            <a:t>AdamW</a:t>
          </a:r>
          <a:endParaRPr lang="en-US" sz="2000" kern="1200" dirty="0"/>
        </a:p>
      </dsp:txBody>
      <dsp:txXfrm>
        <a:off x="0" y="3167953"/>
        <a:ext cx="8229600" cy="452485"/>
      </dsp:txXfrm>
    </dsp:sp>
    <dsp:sp modelId="{E0823561-5E75-4CDD-9E8E-96D0B3F7D94E}">
      <dsp:nvSpPr>
        <dsp:cNvPr id="0" name=""/>
        <dsp:cNvSpPr/>
      </dsp:nvSpPr>
      <dsp:spPr>
        <a:xfrm>
          <a:off x="0" y="362043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AFE53B-8C5B-4485-B3D7-79F012B7F070}">
      <dsp:nvSpPr>
        <dsp:cNvPr id="0" name=""/>
        <dsp:cNvSpPr/>
      </dsp:nvSpPr>
      <dsp:spPr>
        <a:xfrm>
          <a:off x="0" y="3620438"/>
          <a:ext cx="8229600" cy="452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augmentation: HSV, rotation, mosaic, </a:t>
          </a:r>
          <a:r>
            <a:rPr lang="en-US" sz="2000" kern="1200" dirty="0" err="1"/>
            <a:t>mixup</a:t>
          </a:r>
          <a:endParaRPr lang="en-US" sz="2000" kern="1200" dirty="0"/>
        </a:p>
      </dsp:txBody>
      <dsp:txXfrm>
        <a:off x="0" y="3620438"/>
        <a:ext cx="8229600" cy="452485"/>
      </dsp:txXfrm>
    </dsp:sp>
    <dsp:sp modelId="{AC0618BA-6C34-4963-B9ED-D081438E7B7A}">
      <dsp:nvSpPr>
        <dsp:cNvPr id="0" name=""/>
        <dsp:cNvSpPr/>
      </dsp:nvSpPr>
      <dsp:spPr>
        <a:xfrm>
          <a:off x="0" y="407292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07A5AC-28E6-4EA3-A569-6007EE519E25}">
      <dsp:nvSpPr>
        <dsp:cNvPr id="0" name=""/>
        <dsp:cNvSpPr/>
      </dsp:nvSpPr>
      <dsp:spPr>
        <a:xfrm>
          <a:off x="0" y="4072924"/>
          <a:ext cx="8229600" cy="452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Hardware: Tesla P100 GPU (16GB)</a:t>
          </a:r>
        </a:p>
      </dsp:txBody>
      <dsp:txXfrm>
        <a:off x="0" y="4072924"/>
        <a:ext cx="8229600" cy="4524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EAE25E-F4E8-41C7-9FB1-D4CFB41EBCE4}">
      <dsp:nvSpPr>
        <dsp:cNvPr id="0" name=""/>
        <dsp:cNvSpPr/>
      </dsp:nvSpPr>
      <dsp:spPr>
        <a:xfrm>
          <a:off x="0" y="430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9EEE14-6743-4246-87AE-7208D153C1AB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84800-757A-424B-8F14-E22B4C5A09D5}">
      <dsp:nvSpPr>
        <dsp:cNvPr id="0" name=""/>
        <dsp:cNvSpPr/>
      </dsp:nvSpPr>
      <dsp:spPr>
        <a:xfrm>
          <a:off x="1059754" y="430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Reduced FPS after multimodal fusion (0.97 FPS)</a:t>
          </a:r>
        </a:p>
      </dsp:txBody>
      <dsp:txXfrm>
        <a:off x="1059754" y="4307"/>
        <a:ext cx="3713413" cy="917536"/>
      </dsp:txXfrm>
    </dsp:sp>
    <dsp:sp modelId="{772CE8D8-DFC3-40D1-A959-DBC3DDAD0F30}">
      <dsp:nvSpPr>
        <dsp:cNvPr id="0" name=""/>
        <dsp:cNvSpPr/>
      </dsp:nvSpPr>
      <dsp:spPr>
        <a:xfrm>
          <a:off x="0" y="115122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16401D-CEAD-483B-A8E3-665CFE55F7A8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159D7A-0AFF-413C-8502-604D2311D1E9}">
      <dsp:nvSpPr>
        <dsp:cNvPr id="0" name=""/>
        <dsp:cNvSpPr/>
      </dsp:nvSpPr>
      <dsp:spPr>
        <a:xfrm>
          <a:off x="1059754" y="115122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GPU-dependent for practical performance</a:t>
          </a:r>
        </a:p>
      </dsp:txBody>
      <dsp:txXfrm>
        <a:off x="1059754" y="1151227"/>
        <a:ext cx="3713413" cy="917536"/>
      </dsp:txXfrm>
    </dsp:sp>
    <dsp:sp modelId="{4616AB4B-7E12-4777-A908-4EB80353BEFF}">
      <dsp:nvSpPr>
        <dsp:cNvPr id="0" name=""/>
        <dsp:cNvSpPr/>
      </dsp:nvSpPr>
      <dsp:spPr>
        <a:xfrm>
          <a:off x="0" y="229814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5F85C4-7FC0-4841-B996-A09FD874E382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C618E2-DDB1-4DE7-8667-FB591EA6EB6E}">
      <dsp:nvSpPr>
        <dsp:cNvPr id="0" name=""/>
        <dsp:cNvSpPr/>
      </dsp:nvSpPr>
      <dsp:spPr>
        <a:xfrm>
          <a:off x="1059754" y="229814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Class imbalance in road sign dataset</a:t>
          </a:r>
        </a:p>
      </dsp:txBody>
      <dsp:txXfrm>
        <a:off x="1059754" y="2298147"/>
        <a:ext cx="3713413" cy="917536"/>
      </dsp:txXfrm>
    </dsp:sp>
    <dsp:sp modelId="{C5C74B0D-EC9A-403A-862D-5C2F50913529}">
      <dsp:nvSpPr>
        <dsp:cNvPr id="0" name=""/>
        <dsp:cNvSpPr/>
      </dsp:nvSpPr>
      <dsp:spPr>
        <a:xfrm>
          <a:off x="0" y="344506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765FF5-936B-4C83-9C13-693ECAA9C890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0AD96A-8EE3-49F4-8D03-D32B0266D6AB}">
      <dsp:nvSpPr>
        <dsp:cNvPr id="0" name=""/>
        <dsp:cNvSpPr/>
      </dsp:nvSpPr>
      <dsp:spPr>
        <a:xfrm>
          <a:off x="1059754" y="344506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Low-light performance not extensively evaluated</a:t>
          </a:r>
        </a:p>
      </dsp:txBody>
      <dsp:txXfrm>
        <a:off x="1059754" y="3445068"/>
        <a:ext cx="3713413" cy="917536"/>
      </dsp:txXfrm>
    </dsp:sp>
    <dsp:sp modelId="{6B87FE68-F3D0-4C17-AA0F-2EC133F54113}">
      <dsp:nvSpPr>
        <dsp:cNvPr id="0" name=""/>
        <dsp:cNvSpPr/>
      </dsp:nvSpPr>
      <dsp:spPr>
        <a:xfrm>
          <a:off x="0" y="459198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CF300A-2AC9-4C86-BC9A-9BB0E0E3C032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07A44A-9EB4-4A28-8AAD-6C2B485C687B}">
      <dsp:nvSpPr>
        <dsp:cNvPr id="0" name=""/>
        <dsp:cNvSpPr/>
      </dsp:nvSpPr>
      <dsp:spPr>
        <a:xfrm>
          <a:off x="1059754" y="459198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 temporal smoothing for real-time video</a:t>
          </a:r>
        </a:p>
      </dsp:txBody>
      <dsp:txXfrm>
        <a:off x="1059754" y="4591988"/>
        <a:ext cx="3713413" cy="91753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715BF9-E6D5-422A-BBF0-C68DC018D496}">
      <dsp:nvSpPr>
        <dsp:cNvPr id="0" name=""/>
        <dsp:cNvSpPr/>
      </dsp:nvSpPr>
      <dsp:spPr>
        <a:xfrm>
          <a:off x="0" y="55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5B5A84-A408-4DE5-898A-AE2EEB2C0E18}">
      <dsp:nvSpPr>
        <dsp:cNvPr id="0" name=""/>
        <dsp:cNvSpPr/>
      </dsp:nvSpPr>
      <dsp:spPr>
        <a:xfrm>
          <a:off x="0" y="552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Contributions:</a:t>
          </a:r>
        </a:p>
      </dsp:txBody>
      <dsp:txXfrm>
        <a:off x="0" y="552"/>
        <a:ext cx="8229600" cy="502762"/>
      </dsp:txXfrm>
    </dsp:sp>
    <dsp:sp modelId="{44180266-A1D7-4642-B229-B965141EDF9C}">
      <dsp:nvSpPr>
        <dsp:cNvPr id="0" name=""/>
        <dsp:cNvSpPr/>
      </dsp:nvSpPr>
      <dsp:spPr>
        <a:xfrm>
          <a:off x="0" y="50331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DABA83-1E06-45D8-843D-AF2083170117}">
      <dsp:nvSpPr>
        <dsp:cNvPr id="0" name=""/>
        <dsp:cNvSpPr/>
      </dsp:nvSpPr>
      <dsp:spPr>
        <a:xfrm>
          <a:off x="0" y="503314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Multimodal integration (Vision + Language + OCR + Audio)</a:t>
          </a:r>
        </a:p>
      </dsp:txBody>
      <dsp:txXfrm>
        <a:off x="0" y="503314"/>
        <a:ext cx="8229600" cy="502762"/>
      </dsp:txXfrm>
    </dsp:sp>
    <dsp:sp modelId="{EB6233E0-0B96-4B36-A06B-2E0291D0669B}">
      <dsp:nvSpPr>
        <dsp:cNvPr id="0" name=""/>
        <dsp:cNvSpPr/>
      </dsp:nvSpPr>
      <dsp:spPr>
        <a:xfrm>
          <a:off x="0" y="100607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EF941E-C213-406A-9663-DC85FF4B90EF}">
      <dsp:nvSpPr>
        <dsp:cNvPr id="0" name=""/>
        <dsp:cNvSpPr/>
      </dsp:nvSpPr>
      <dsp:spPr>
        <a:xfrm>
          <a:off x="0" y="1006076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Assistive-focused dataset filtering</a:t>
          </a:r>
        </a:p>
      </dsp:txBody>
      <dsp:txXfrm>
        <a:off x="0" y="1006076"/>
        <a:ext cx="8229600" cy="502762"/>
      </dsp:txXfrm>
    </dsp:sp>
    <dsp:sp modelId="{0A453444-6306-44B4-BB48-3164692F88B6}">
      <dsp:nvSpPr>
        <dsp:cNvPr id="0" name=""/>
        <dsp:cNvSpPr/>
      </dsp:nvSpPr>
      <dsp:spPr>
        <a:xfrm>
          <a:off x="0" y="150883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08469E-9C4E-46EF-B289-A990A339CC81}">
      <dsp:nvSpPr>
        <dsp:cNvPr id="0" name=""/>
        <dsp:cNvSpPr/>
      </dsp:nvSpPr>
      <dsp:spPr>
        <a:xfrm>
          <a:off x="0" y="1508838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Priority-based object alert system</a:t>
          </a:r>
        </a:p>
      </dsp:txBody>
      <dsp:txXfrm>
        <a:off x="0" y="1508838"/>
        <a:ext cx="8229600" cy="502762"/>
      </dsp:txXfrm>
    </dsp:sp>
    <dsp:sp modelId="{AE5BADC5-5A8A-4B5D-A02B-C6DA67EFBDEB}">
      <dsp:nvSpPr>
        <dsp:cNvPr id="0" name=""/>
        <dsp:cNvSpPr/>
      </dsp:nvSpPr>
      <dsp:spPr>
        <a:xfrm>
          <a:off x="0" y="201160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919BAA-685A-42B0-9662-814AB6757CF2}">
      <dsp:nvSpPr>
        <dsp:cNvPr id="0" name=""/>
        <dsp:cNvSpPr/>
      </dsp:nvSpPr>
      <dsp:spPr>
        <a:xfrm>
          <a:off x="0" y="2011600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Future Work:</a:t>
          </a:r>
        </a:p>
      </dsp:txBody>
      <dsp:txXfrm>
        <a:off x="0" y="2011600"/>
        <a:ext cx="8229600" cy="502762"/>
      </dsp:txXfrm>
    </dsp:sp>
    <dsp:sp modelId="{69B44A95-7BA9-4809-85AB-E3E3055C02E7}">
      <dsp:nvSpPr>
        <dsp:cNvPr id="0" name=""/>
        <dsp:cNvSpPr/>
      </dsp:nvSpPr>
      <dsp:spPr>
        <a:xfrm>
          <a:off x="0" y="251436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AA11AF-01B6-4EB1-A21E-C5F24F947242}">
      <dsp:nvSpPr>
        <dsp:cNvPr id="0" name=""/>
        <dsp:cNvSpPr/>
      </dsp:nvSpPr>
      <dsp:spPr>
        <a:xfrm>
          <a:off x="0" y="2514362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Model quantization &amp; TensorRT optimization</a:t>
          </a:r>
        </a:p>
      </dsp:txBody>
      <dsp:txXfrm>
        <a:off x="0" y="2514362"/>
        <a:ext cx="8229600" cy="502762"/>
      </dsp:txXfrm>
    </dsp:sp>
    <dsp:sp modelId="{896B9BEE-B823-46C6-955B-599328C5DABE}">
      <dsp:nvSpPr>
        <dsp:cNvPr id="0" name=""/>
        <dsp:cNvSpPr/>
      </dsp:nvSpPr>
      <dsp:spPr>
        <a:xfrm>
          <a:off x="0" y="301712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AB34F4-02DB-431A-9247-AB0B6C7EF2B4}">
      <dsp:nvSpPr>
        <dsp:cNvPr id="0" name=""/>
        <dsp:cNvSpPr/>
      </dsp:nvSpPr>
      <dsp:spPr>
        <a:xfrm>
          <a:off x="0" y="3017124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Real-time video processing</a:t>
          </a:r>
        </a:p>
      </dsp:txBody>
      <dsp:txXfrm>
        <a:off x="0" y="3017124"/>
        <a:ext cx="8229600" cy="502762"/>
      </dsp:txXfrm>
    </dsp:sp>
    <dsp:sp modelId="{544E3C2F-7587-4C4F-9DAF-8EC3A87C750B}">
      <dsp:nvSpPr>
        <dsp:cNvPr id="0" name=""/>
        <dsp:cNvSpPr/>
      </dsp:nvSpPr>
      <dsp:spPr>
        <a:xfrm>
          <a:off x="0" y="351988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D96C2-EEF1-44FA-8451-671C7CDDF28B}">
      <dsp:nvSpPr>
        <dsp:cNvPr id="0" name=""/>
        <dsp:cNvSpPr/>
      </dsp:nvSpPr>
      <dsp:spPr>
        <a:xfrm>
          <a:off x="0" y="3519886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Edge-device deployment (wearables)</a:t>
          </a:r>
        </a:p>
      </dsp:txBody>
      <dsp:txXfrm>
        <a:off x="0" y="3519886"/>
        <a:ext cx="8229600" cy="502762"/>
      </dsp:txXfrm>
    </dsp:sp>
    <dsp:sp modelId="{62238040-EE00-48B7-BC93-25F013D4AFF6}">
      <dsp:nvSpPr>
        <dsp:cNvPr id="0" name=""/>
        <dsp:cNvSpPr/>
      </dsp:nvSpPr>
      <dsp:spPr>
        <a:xfrm>
          <a:off x="0" y="402264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D8A03B-68FB-4AF8-8C7B-E5901DBD8B8A}">
      <dsp:nvSpPr>
        <dsp:cNvPr id="0" name=""/>
        <dsp:cNvSpPr/>
      </dsp:nvSpPr>
      <dsp:spPr>
        <a:xfrm>
          <a:off x="0" y="4022648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Multilingual support</a:t>
          </a:r>
        </a:p>
      </dsp:txBody>
      <dsp:txXfrm>
        <a:off x="0" y="4022648"/>
        <a:ext cx="8229600" cy="5027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E72E99-9791-40C4-8ED2-ED6CC7CE11F3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77A152-EFE3-42DC-AAD5-354E67857FD3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5131CA-A7EC-43A7-B6EA-E4ED06239D11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Developed a multimodal assistive perception system.</a:t>
          </a:r>
        </a:p>
      </dsp:txBody>
      <dsp:txXfrm>
        <a:off x="1428292" y="2439"/>
        <a:ext cx="3297908" cy="1236616"/>
      </dsp:txXfrm>
    </dsp:sp>
    <dsp:sp modelId="{3ABB40AA-CD40-4EF3-A60B-B977A1FFE2C4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0C1F9B-E140-405E-8BB1-4A7B727518EC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FA65E0-7630-47FB-9EFE-333652E928B0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Demonstrated contextual understanding beyond object detection.</a:t>
          </a:r>
        </a:p>
      </dsp:txBody>
      <dsp:txXfrm>
        <a:off x="1428292" y="1548210"/>
        <a:ext cx="3297908" cy="1236616"/>
      </dsp:txXfrm>
    </dsp:sp>
    <dsp:sp modelId="{7C43C3BD-923D-4EA7-92DC-4E63CB5E763B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BDFDD3-D862-4B71-9C74-E26FF0FC89F3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44959D-1A0C-424E-8C23-5236DBB8AD4C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Identified performance trade-offs in real-time deployment.</a:t>
          </a:r>
        </a:p>
      </dsp:txBody>
      <dsp:txXfrm>
        <a:off x="1428292" y="3093981"/>
        <a:ext cx="3297908" cy="1236616"/>
      </dsp:txXfrm>
    </dsp:sp>
    <dsp:sp modelId="{84B4251C-23E2-46F5-8EBA-0F7701E17ED8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83360F-3620-41DB-82A9-F1E5226F6CD1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A3999E-B097-4ABE-AEAD-468EF019D2AB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Provides foundation for practical assistive AI systems.</a:t>
          </a:r>
        </a:p>
      </dsp:txBody>
      <dsp:txXfrm>
        <a:off x="1428292" y="4639752"/>
        <a:ext cx="3297908" cy="12366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Vision–Language–Audio Perception System</a:t>
            </a:r>
          </a:p>
          <a:p>
            <a:pPr>
              <a:lnSpc>
                <a:spcPct val="90000"/>
              </a:lnSpc>
            </a:pPr>
            <a:r>
              <a:rPr lang="en-US" sz="3300"/>
              <a:t>for Assistive Scene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2723" y="4447506"/>
            <a:ext cx="5389478" cy="189411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100" dirty="0"/>
              <a:t>Neural Network and Deep Learning</a:t>
            </a:r>
          </a:p>
          <a:p>
            <a:pPr marL="0" indent="0">
              <a:buNone/>
            </a:pPr>
            <a:r>
              <a:rPr lang="en-US" sz="2100" dirty="0"/>
              <a:t>Aayush Khanal</a:t>
            </a:r>
          </a:p>
          <a:p>
            <a:pPr marL="0" indent="0">
              <a:buNone/>
            </a:pPr>
            <a:r>
              <a:rPr lang="en-US" sz="2100" dirty="0"/>
              <a:t>20049123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3000"/>
          </a:p>
          <a:p>
            <a:pPr>
              <a:lnSpc>
                <a:spcPct val="90000"/>
              </a:lnSpc>
            </a:pPr>
            <a:r>
              <a:rPr lang="en-US" sz="3000"/>
              <a:t>2.2 billion people globally live with vision impairment.</a:t>
            </a:r>
          </a:p>
          <a:p>
            <a:pPr>
              <a:lnSpc>
                <a:spcPct val="90000"/>
              </a:lnSpc>
            </a:pPr>
            <a:r>
              <a:rPr lang="en-US" sz="3000"/>
              <a:t>Existing assistive systems rely on single-modality perception.</a:t>
            </a:r>
          </a:p>
          <a:p>
            <a:pPr>
              <a:lnSpc>
                <a:spcPct val="90000"/>
              </a:lnSpc>
            </a:pPr>
            <a:r>
              <a:rPr lang="en-US" sz="3000"/>
              <a:t>Limited environmental awareness reduces navigation safety.</a:t>
            </a:r>
          </a:p>
          <a:p>
            <a:pPr>
              <a:lnSpc>
                <a:spcPct val="90000"/>
              </a:lnSpc>
            </a:pPr>
            <a:r>
              <a:rPr lang="en-US" sz="3000"/>
              <a:t>Need for real-time multimodal environmental understanding.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B7169B8-2507-43F4-A148-FA791CD9C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381934"/>
            <a:ext cx="3943351" cy="5181523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500"/>
              <a:t>Research Objective &amp; Hypothesis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16" y="373056"/>
            <a:ext cx="0" cy="647606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2110" y="740316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1195" y="969611"/>
            <a:ext cx="68354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0455" y="1484755"/>
            <a:ext cx="95786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1781" y="698643"/>
            <a:ext cx="3093569" cy="5301467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Research Question: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Can multimodal fusion improve assistive environmental understanding compared to vision-only systems?</a:t>
            </a:r>
          </a:p>
          <a:p>
            <a:pPr>
              <a:lnSpc>
                <a:spcPct val="90000"/>
              </a:lnSpc>
            </a:pPr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Objectives: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Develop multimodal perception pipeline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Prioritize safety-critical objects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Convert fused output into structured audio guidance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Hypothesis: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Multimodal integration improves contextual awareness at computational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Architecture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329995A9-070E-F1BF-2DD0-C68A4CC5CEB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 Composition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9DB9BF-E272-9712-E4A0-DF5314812B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6795771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 – YOLOv8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8B53F1-EEBF-5D13-A9BB-130DE23D6A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254564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8717E5B-2C1D-4094-9D25-6FF6FBD92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1219200"/>
            <a:ext cx="3383128" cy="380455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83" y="2090114"/>
            <a:ext cx="2537167" cy="2481886"/>
          </a:xfrm>
        </p:spPr>
        <p:txBody>
          <a:bodyPr>
            <a:normAutofit/>
          </a:bodyPr>
          <a:lstStyle/>
          <a:p>
            <a:r>
              <a:rPr lang="en-US" sz="3400"/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3760" y="964850"/>
            <a:ext cx="4551590" cy="4928300"/>
          </a:xfrm>
        </p:spPr>
        <p:txBody>
          <a:bodyPr anchor="ctr">
            <a:normAutofit/>
          </a:bodyPr>
          <a:lstStyle/>
          <a:p>
            <a:endParaRPr lang="en-US" sz="1700" dirty="0"/>
          </a:p>
          <a:p>
            <a:r>
              <a:rPr lang="en-US" sz="1700" dirty="0"/>
              <a:t>Software:</a:t>
            </a:r>
          </a:p>
          <a:p>
            <a:r>
              <a:rPr lang="en-US" sz="1700" dirty="0"/>
              <a:t>Python, </a:t>
            </a:r>
            <a:r>
              <a:rPr lang="en-US" sz="1700" dirty="0" err="1"/>
              <a:t>PyTorch</a:t>
            </a:r>
            <a:r>
              <a:rPr lang="en-US" sz="1700" dirty="0"/>
              <a:t>, </a:t>
            </a:r>
            <a:r>
              <a:rPr lang="en-US" sz="1700" dirty="0" err="1"/>
              <a:t>Ultralytics</a:t>
            </a:r>
            <a:endParaRPr lang="en-US" sz="1700" dirty="0"/>
          </a:p>
          <a:p>
            <a:r>
              <a:rPr lang="en-US" sz="1700" dirty="0" err="1"/>
              <a:t>HuggingFace</a:t>
            </a:r>
            <a:r>
              <a:rPr lang="en-US" sz="1700" dirty="0"/>
              <a:t> Transformers (BLIP-2, </a:t>
            </a:r>
            <a:r>
              <a:rPr lang="en-US" sz="1700" dirty="0" err="1"/>
              <a:t>TrOCR</a:t>
            </a:r>
            <a:r>
              <a:rPr lang="en-US" sz="1700" dirty="0"/>
              <a:t>)</a:t>
            </a:r>
          </a:p>
          <a:p>
            <a:endParaRPr lang="en-US" sz="1700" dirty="0"/>
          </a:p>
          <a:p>
            <a:r>
              <a:rPr lang="en-US" sz="1700" dirty="0"/>
              <a:t>Evaluation Metrics:</a:t>
            </a:r>
          </a:p>
          <a:p>
            <a:r>
              <a:rPr lang="en-US" sz="1700" dirty="0"/>
              <a:t>mAP@50</a:t>
            </a:r>
          </a:p>
          <a:p>
            <a:r>
              <a:rPr lang="en-US" sz="1700" dirty="0"/>
              <a:t>Precision</a:t>
            </a:r>
          </a:p>
          <a:p>
            <a:r>
              <a:rPr lang="en-US" sz="1700" dirty="0"/>
              <a:t>FPS</a:t>
            </a:r>
          </a:p>
          <a:p>
            <a:r>
              <a:rPr lang="en-US" sz="1700" dirty="0"/>
              <a:t>Inference latency (</a:t>
            </a:r>
            <a:r>
              <a:rPr lang="en-US" sz="1700" dirty="0" err="1"/>
              <a:t>ms</a:t>
            </a:r>
            <a:r>
              <a:rPr lang="en-US" sz="1700" dirty="0"/>
              <a:t>)</a:t>
            </a:r>
          </a:p>
          <a:p>
            <a:endParaRPr lang="en-US" sz="1700" dirty="0"/>
          </a:p>
          <a:p>
            <a:r>
              <a:rPr lang="en-US" sz="1700" dirty="0"/>
              <a:t>Evaluation: 50-image detection test &amp; 20-image full pipeline 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8717E5B-2C1D-4094-9D25-6FF6FBD92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1219200"/>
            <a:ext cx="3383128" cy="380455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83" y="2090114"/>
            <a:ext cx="2537167" cy="2481886"/>
          </a:xfrm>
        </p:spPr>
        <p:txBody>
          <a:bodyPr>
            <a:normAutofit/>
          </a:bodyPr>
          <a:lstStyle/>
          <a:p>
            <a:r>
              <a:rPr lang="en-US" sz="3400"/>
              <a:t>Detection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3760" y="964850"/>
            <a:ext cx="4551590" cy="4928300"/>
          </a:xfrm>
        </p:spPr>
        <p:txBody>
          <a:bodyPr anchor="ctr">
            <a:normAutofit/>
          </a:bodyPr>
          <a:lstStyle/>
          <a:p>
            <a:endParaRPr lang="en-US" sz="1700" dirty="0"/>
          </a:p>
          <a:p>
            <a:r>
              <a:rPr lang="en-US" sz="1700" dirty="0"/>
              <a:t>mAP@50: 50.3%</a:t>
            </a:r>
          </a:p>
          <a:p>
            <a:r>
              <a:rPr lang="en-US" sz="1700" dirty="0"/>
              <a:t>Precision: 57.8%</a:t>
            </a:r>
          </a:p>
          <a:p>
            <a:r>
              <a:rPr lang="en-US" sz="1700" dirty="0"/>
              <a:t>Average detections/image: 4.78</a:t>
            </a:r>
          </a:p>
          <a:p>
            <a:endParaRPr lang="en-US" sz="1700" dirty="0"/>
          </a:p>
          <a:p>
            <a:r>
              <a:rPr lang="en-US" sz="1700" dirty="0"/>
              <a:t>Detection-only Performance:</a:t>
            </a:r>
          </a:p>
          <a:p>
            <a:r>
              <a:rPr lang="en-US" sz="1700" dirty="0"/>
              <a:t>245 </a:t>
            </a:r>
            <a:r>
              <a:rPr lang="en-US" sz="1700" dirty="0" err="1"/>
              <a:t>ms</a:t>
            </a:r>
            <a:r>
              <a:rPr lang="en-US" sz="1700" dirty="0"/>
              <a:t> per image</a:t>
            </a:r>
          </a:p>
          <a:p>
            <a:r>
              <a:rPr lang="en-US" sz="1700" dirty="0"/>
              <a:t>4.1 FPS</a:t>
            </a:r>
          </a:p>
          <a:p>
            <a:endParaRPr lang="en-US" sz="1700" dirty="0"/>
          </a:p>
          <a:p>
            <a:r>
              <a:rPr lang="en-US" sz="1700" dirty="0"/>
              <a:t>Full Multimodal Pipeline:</a:t>
            </a:r>
          </a:p>
          <a:p>
            <a:r>
              <a:rPr lang="en-US" sz="1700" dirty="0"/>
              <a:t>1026 </a:t>
            </a:r>
            <a:r>
              <a:rPr lang="en-US" sz="1700" dirty="0" err="1"/>
              <a:t>ms</a:t>
            </a:r>
            <a:r>
              <a:rPr lang="en-US" sz="1700" dirty="0"/>
              <a:t> per image</a:t>
            </a:r>
          </a:p>
          <a:p>
            <a:r>
              <a:rPr lang="en-US" sz="1700" dirty="0"/>
              <a:t>0.97 FPS</a:t>
            </a:r>
          </a:p>
          <a:p>
            <a:endParaRPr lang="en-US" sz="1700" dirty="0"/>
          </a:p>
          <a:p>
            <a:r>
              <a:rPr lang="en-US" sz="1700" dirty="0"/>
              <a:t>Trade-off: Contextual richness vs computational speed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Ablation Analysis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5611" y="932688"/>
            <a:ext cx="4437453" cy="4992624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r>
              <a:rPr lang="en-US" sz="1700"/>
              <a:t>YOLOv8 Only: 4.1 FPS – Object labels only</a:t>
            </a:r>
          </a:p>
          <a:p>
            <a:r>
              <a:rPr lang="en-US" sz="1700"/>
              <a:t>YOLO + Captioning: Reduced FPS – Adds scene context</a:t>
            </a:r>
          </a:p>
          <a:p>
            <a:r>
              <a:rPr lang="en-US" sz="1700"/>
              <a:t>Full Pipeline: 0.97 FPS – Complete multimodal guidance</a:t>
            </a:r>
          </a:p>
          <a:p>
            <a:endParaRPr lang="en-US" sz="1700"/>
          </a:p>
          <a:p>
            <a:r>
              <a:rPr lang="en-US" sz="1700"/>
              <a:t>Conclusion: Multimodal fusion increases contextual awareness while reducing speed.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Multimodal Fusion &amp; Audio Output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4410D5D-248C-8271-18ED-A2B72A736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2369472"/>
            <a:ext cx="8178799" cy="30057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Limitations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02AED0-1E9D-BB3D-6B68-685D692FD5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6468572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Contributions &amp; 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B17F21-C088-F26F-B69F-F1385E4AAA0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chemeClr val="bg1"/>
                </a:solidFill>
              </a:rPr>
              <a:t>Conclusion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3B00B9-DD17-A5A4-F7E9-6CAD505CCC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2392212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455</Words>
  <Application>Microsoft Office PowerPoint</Application>
  <PresentationFormat>On-screen Show (4:3)</PresentationFormat>
  <Paragraphs>109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Vision–Language–Audio Perception System for Assistive Scene Understanding</vt:lpstr>
      <vt:lpstr>Problem Statement</vt:lpstr>
      <vt:lpstr>Research Objective &amp; Hypothesis</vt:lpstr>
      <vt:lpstr>System Architecture</vt:lpstr>
      <vt:lpstr>Dataset Composition</vt:lpstr>
      <vt:lpstr>Model Architecture – YOLOv8</vt:lpstr>
      <vt:lpstr>Experimental Setup</vt:lpstr>
      <vt:lpstr>Detection Performance</vt:lpstr>
      <vt:lpstr>Ablation Analysis</vt:lpstr>
      <vt:lpstr>Multimodal Fusion &amp; Audio Output</vt:lpstr>
      <vt:lpstr>Limitations</vt:lpstr>
      <vt:lpstr>Contributions &amp; Future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Aayush khanal</cp:lastModifiedBy>
  <cp:revision>3</cp:revision>
  <dcterms:created xsi:type="dcterms:W3CDTF">2013-01-27T09:14:16Z</dcterms:created>
  <dcterms:modified xsi:type="dcterms:W3CDTF">2026-02-01T23:39:55Z</dcterms:modified>
  <cp:category/>
</cp:coreProperties>
</file>